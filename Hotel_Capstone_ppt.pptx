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1" r:id="rId1"/>
    <p:sldMasterId id="2147483721" r:id="rId2"/>
  </p:sldMasterIdLst>
  <p:notesMasterIdLst>
    <p:notesMasterId r:id="rId18"/>
  </p:notesMasterIdLst>
  <p:sldIdLst>
    <p:sldId id="258" r:id="rId3"/>
    <p:sldId id="451" r:id="rId4"/>
    <p:sldId id="259" r:id="rId5"/>
    <p:sldId id="448" r:id="rId6"/>
    <p:sldId id="429" r:id="rId7"/>
    <p:sldId id="415" r:id="rId8"/>
    <p:sldId id="419" r:id="rId9"/>
    <p:sldId id="452" r:id="rId10"/>
    <p:sldId id="421" r:id="rId11"/>
    <p:sldId id="422" r:id="rId12"/>
    <p:sldId id="425" r:id="rId13"/>
    <p:sldId id="453" r:id="rId14"/>
    <p:sldId id="269" r:id="rId15"/>
    <p:sldId id="446" r:id="rId16"/>
    <p:sldId id="427" r:id="rId17"/>
  </p:sldIdLst>
  <p:sldSz cx="12192000" cy="6858000"/>
  <p:notesSz cx="6858000" cy="9144000"/>
  <p:custDataLst>
    <p:tags r:id="rId1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7C9B8E47-C0D3-4F0F-AA41-1669BA8757C2}">
          <p14:sldIdLst>
            <p14:sldId id="258"/>
            <p14:sldId id="451"/>
            <p14:sldId id="259"/>
            <p14:sldId id="448"/>
            <p14:sldId id="429"/>
            <p14:sldId id="415"/>
            <p14:sldId id="419"/>
            <p14:sldId id="452"/>
            <p14:sldId id="421"/>
            <p14:sldId id="422"/>
            <p14:sldId id="425"/>
            <p14:sldId id="453"/>
            <p14:sldId id="269"/>
            <p14:sldId id="446"/>
            <p14:sldId id="42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C1A5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3447" autoAdjust="0"/>
  </p:normalViewPr>
  <p:slideViewPr>
    <p:cSldViewPr snapToGrid="0">
      <p:cViewPr varScale="1">
        <p:scale>
          <a:sx n="69" d="100"/>
          <a:sy n="69" d="100"/>
        </p:scale>
        <p:origin x="78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tags" Target="tags/tag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diagrams/_rels/data2.xml.rels><?xml version="1.0" encoding="UTF-8" standalone="yes"?>
<Relationships xmlns="http://schemas.openxmlformats.org/package/2006/relationships"><Relationship Id="rId2" Type="http://schemas.openxmlformats.org/officeDocument/2006/relationships/image" Target="../media/image20.svg"/><Relationship Id="rId1" Type="http://schemas.openxmlformats.org/officeDocument/2006/relationships/image" Target="../media/image19.svg"/></Relationships>
</file>

<file path=ppt/diagrams/_rels/drawing2.xml.rels><?xml version="1.0" encoding="UTF-8" standalone="yes"?>
<Relationships xmlns="http://schemas.openxmlformats.org/package/2006/relationships"><Relationship Id="rId2" Type="http://schemas.openxmlformats.org/officeDocument/2006/relationships/image" Target="../media/image20.svg"/><Relationship Id="rId1" Type="http://schemas.openxmlformats.org/officeDocument/2006/relationships/image" Target="../media/image19.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D9A3AFC-9EAD-4EBB-AC22-ADC4BA78A98F}" type="doc">
      <dgm:prSet loTypeId="urn:microsoft.com/office/officeart/2005/8/layout/chevron2" loCatId="process" qsTypeId="urn:microsoft.com/office/officeart/2005/8/quickstyle/simple1" qsCatId="simple" csTypeId="urn:microsoft.com/office/officeart/2005/8/colors/accent1_2" csCatId="accent1" phldr="1"/>
      <dgm:spPr/>
      <dgm:t>
        <a:bodyPr/>
        <a:lstStyle/>
        <a:p>
          <a:endParaRPr lang="en-IN"/>
        </a:p>
      </dgm:t>
    </dgm:pt>
    <dgm:pt modelId="{F2F364BB-CE73-44EC-BEF2-48996D95DE3A}">
      <dgm:prSet phldrT="[Text]" phldr="0"/>
      <dgm:spPr/>
      <dgm:t>
        <a:bodyPr/>
        <a:lstStyle/>
        <a:p>
          <a:r>
            <a:rPr lang="en-IN" dirty="0"/>
            <a:t>01</a:t>
          </a:r>
        </a:p>
      </dgm:t>
    </dgm:pt>
    <dgm:pt modelId="{EC7E8AFE-2B73-46B2-8B81-D64FC59DBDBA}" type="parTrans" cxnId="{F8D1D053-BB15-461C-B38D-8FE46B0B0AE3}">
      <dgm:prSet/>
      <dgm:spPr/>
      <dgm:t>
        <a:bodyPr/>
        <a:lstStyle/>
        <a:p>
          <a:endParaRPr lang="en-IN"/>
        </a:p>
      </dgm:t>
    </dgm:pt>
    <dgm:pt modelId="{8274A324-737D-4850-95F0-00E73AD67C92}" type="sibTrans" cxnId="{F8D1D053-BB15-461C-B38D-8FE46B0B0AE3}">
      <dgm:prSet/>
      <dgm:spPr/>
      <dgm:t>
        <a:bodyPr/>
        <a:lstStyle/>
        <a:p>
          <a:endParaRPr lang="en-IN"/>
        </a:p>
      </dgm:t>
    </dgm:pt>
    <dgm:pt modelId="{F6A7782E-82F1-4E96-AC50-0A9AEA00C960}">
      <dgm:prSet phldrT="[Text]" phldr="0"/>
      <dgm:spPr>
        <a:solidFill>
          <a:schemeClr val="accent1">
            <a:lumMod val="20000"/>
            <a:lumOff val="80000"/>
            <a:alpha val="90000"/>
          </a:schemeClr>
        </a:solidFill>
      </dgm:spPr>
      <dgm:t>
        <a:bodyPr/>
        <a:lstStyle/>
        <a:p>
          <a:endParaRPr lang="en-IN" b="1" dirty="0"/>
        </a:p>
      </dgm:t>
    </dgm:pt>
    <dgm:pt modelId="{88BA196B-103E-423E-B94F-3B21BE2354AF}" type="parTrans" cxnId="{E95B63B9-CDCF-4C68-BF9C-4A644C89E55E}">
      <dgm:prSet/>
      <dgm:spPr/>
      <dgm:t>
        <a:bodyPr/>
        <a:lstStyle/>
        <a:p>
          <a:endParaRPr lang="en-IN"/>
        </a:p>
      </dgm:t>
    </dgm:pt>
    <dgm:pt modelId="{04A5795F-6DE3-43A5-BED7-0EC2AC12311A}" type="sibTrans" cxnId="{E95B63B9-CDCF-4C68-BF9C-4A644C89E55E}">
      <dgm:prSet/>
      <dgm:spPr/>
      <dgm:t>
        <a:bodyPr/>
        <a:lstStyle/>
        <a:p>
          <a:endParaRPr lang="en-IN"/>
        </a:p>
      </dgm:t>
    </dgm:pt>
    <dgm:pt modelId="{A80A0935-F74A-4BFF-9E73-75845C35917A}">
      <dgm:prSet phldrT="[Text]" phldr="0"/>
      <dgm:spPr/>
      <dgm:t>
        <a:bodyPr/>
        <a:lstStyle/>
        <a:p>
          <a:r>
            <a:rPr lang="en-IN" dirty="0"/>
            <a:t>02</a:t>
          </a:r>
        </a:p>
      </dgm:t>
    </dgm:pt>
    <dgm:pt modelId="{40465DCB-BBC3-4B65-BF0D-6CC4CE379F0F}" type="parTrans" cxnId="{75E8042C-CCBD-4A77-ACA0-E70BAA8718DE}">
      <dgm:prSet/>
      <dgm:spPr/>
      <dgm:t>
        <a:bodyPr/>
        <a:lstStyle/>
        <a:p>
          <a:endParaRPr lang="en-IN"/>
        </a:p>
      </dgm:t>
    </dgm:pt>
    <dgm:pt modelId="{99D2B3C3-FB58-4F1F-953A-64D28C774C31}" type="sibTrans" cxnId="{75E8042C-CCBD-4A77-ACA0-E70BAA8718DE}">
      <dgm:prSet/>
      <dgm:spPr/>
      <dgm:t>
        <a:bodyPr/>
        <a:lstStyle/>
        <a:p>
          <a:endParaRPr lang="en-IN"/>
        </a:p>
      </dgm:t>
    </dgm:pt>
    <dgm:pt modelId="{6D7C32F9-B655-4F14-90F7-F71365ECB5EF}">
      <dgm:prSet phldrT="[Text]"/>
      <dgm:spPr>
        <a:solidFill>
          <a:schemeClr val="accent1">
            <a:lumMod val="20000"/>
            <a:lumOff val="80000"/>
            <a:alpha val="90000"/>
          </a:schemeClr>
        </a:solidFill>
      </dgm:spPr>
      <dgm:t>
        <a:bodyPr/>
        <a:lstStyle/>
        <a:p>
          <a:endParaRPr lang="en-IN" dirty="0"/>
        </a:p>
      </dgm:t>
    </dgm:pt>
    <dgm:pt modelId="{7495F46E-CC0C-471F-9433-DDC7892D7976}" type="parTrans" cxnId="{AEE72A47-A70F-4DF2-A3AD-AE268D336A0B}">
      <dgm:prSet/>
      <dgm:spPr/>
      <dgm:t>
        <a:bodyPr/>
        <a:lstStyle/>
        <a:p>
          <a:endParaRPr lang="en-IN"/>
        </a:p>
      </dgm:t>
    </dgm:pt>
    <dgm:pt modelId="{B3CDDE94-97E3-4DD1-AE76-9EEF2DFC9E8A}" type="sibTrans" cxnId="{AEE72A47-A70F-4DF2-A3AD-AE268D336A0B}">
      <dgm:prSet/>
      <dgm:spPr/>
      <dgm:t>
        <a:bodyPr/>
        <a:lstStyle/>
        <a:p>
          <a:endParaRPr lang="en-IN"/>
        </a:p>
      </dgm:t>
    </dgm:pt>
    <dgm:pt modelId="{847B0EB9-83D4-45E5-A280-1EC8A434C4DB}">
      <dgm:prSet phldrT="[Text]" phldr="0"/>
      <dgm:spPr/>
      <dgm:t>
        <a:bodyPr/>
        <a:lstStyle/>
        <a:p>
          <a:r>
            <a:rPr lang="en-IN" dirty="0"/>
            <a:t>03</a:t>
          </a:r>
        </a:p>
      </dgm:t>
    </dgm:pt>
    <dgm:pt modelId="{ED27BBDC-1FF7-4785-B85B-D35250862102}" type="parTrans" cxnId="{C178AE0C-D82C-4355-9342-E2041A06F175}">
      <dgm:prSet/>
      <dgm:spPr/>
      <dgm:t>
        <a:bodyPr/>
        <a:lstStyle/>
        <a:p>
          <a:endParaRPr lang="en-IN"/>
        </a:p>
      </dgm:t>
    </dgm:pt>
    <dgm:pt modelId="{DA3AC0E8-2621-47BA-A80B-F7840189C2B0}" type="sibTrans" cxnId="{C178AE0C-D82C-4355-9342-E2041A06F175}">
      <dgm:prSet/>
      <dgm:spPr/>
      <dgm:t>
        <a:bodyPr/>
        <a:lstStyle/>
        <a:p>
          <a:endParaRPr lang="en-IN"/>
        </a:p>
      </dgm:t>
    </dgm:pt>
    <dgm:pt modelId="{9DCDFB03-9D08-4CB3-9CF0-C6DB14D4D575}">
      <dgm:prSet phldrT="[Text]"/>
      <dgm:spPr>
        <a:solidFill>
          <a:schemeClr val="accent1">
            <a:lumMod val="20000"/>
            <a:lumOff val="80000"/>
            <a:alpha val="90000"/>
          </a:schemeClr>
        </a:solidFill>
      </dgm:spPr>
      <dgm:t>
        <a:bodyPr/>
        <a:lstStyle/>
        <a:p>
          <a:endParaRPr lang="en-IN" dirty="0"/>
        </a:p>
      </dgm:t>
    </dgm:pt>
    <dgm:pt modelId="{6E30A177-0A43-4334-BD9A-64CE250F03B3}" type="parTrans" cxnId="{1A3ADE39-2E33-4304-A994-BE837CB26EC9}">
      <dgm:prSet/>
      <dgm:spPr/>
      <dgm:t>
        <a:bodyPr/>
        <a:lstStyle/>
        <a:p>
          <a:endParaRPr lang="en-IN"/>
        </a:p>
      </dgm:t>
    </dgm:pt>
    <dgm:pt modelId="{72417843-8700-41FC-8944-313B4E738B47}" type="sibTrans" cxnId="{1A3ADE39-2E33-4304-A994-BE837CB26EC9}">
      <dgm:prSet/>
      <dgm:spPr/>
      <dgm:t>
        <a:bodyPr/>
        <a:lstStyle/>
        <a:p>
          <a:endParaRPr lang="en-IN"/>
        </a:p>
      </dgm:t>
    </dgm:pt>
    <dgm:pt modelId="{DE8BFB55-C085-4B13-817E-4A19E9F4F291}">
      <dgm:prSet phldrT="[Text]"/>
      <dgm:spPr>
        <a:solidFill>
          <a:schemeClr val="accent1">
            <a:lumMod val="20000"/>
            <a:lumOff val="80000"/>
            <a:alpha val="90000"/>
          </a:schemeClr>
        </a:solidFill>
      </dgm:spPr>
      <dgm:t>
        <a:bodyPr/>
        <a:lstStyle/>
        <a:p>
          <a:r>
            <a:rPr lang="en-US" dirty="0">
              <a:solidFill>
                <a:schemeClr val="accent1">
                  <a:lumMod val="50000"/>
                </a:schemeClr>
              </a:solidFill>
              <a:latin typeface="Century Gothic" panose="020B0502020202020204" pitchFamily="34" charset="0"/>
            </a:rPr>
            <a:t>Find patterns  and identify trends</a:t>
          </a:r>
          <a:endParaRPr lang="en-IN" dirty="0"/>
        </a:p>
      </dgm:t>
    </dgm:pt>
    <dgm:pt modelId="{F22247F7-4C01-4BE8-ACCF-7ED72CDD56E9}" type="parTrans" cxnId="{76067393-D8FB-4D2E-B9D3-9D0963DC3AFD}">
      <dgm:prSet/>
      <dgm:spPr/>
      <dgm:t>
        <a:bodyPr/>
        <a:lstStyle/>
        <a:p>
          <a:endParaRPr lang="en-IN"/>
        </a:p>
      </dgm:t>
    </dgm:pt>
    <dgm:pt modelId="{80FF1D29-2D84-4176-87AF-7A8400C9602B}" type="sibTrans" cxnId="{76067393-D8FB-4D2E-B9D3-9D0963DC3AFD}">
      <dgm:prSet/>
      <dgm:spPr/>
      <dgm:t>
        <a:bodyPr/>
        <a:lstStyle/>
        <a:p>
          <a:endParaRPr lang="en-IN"/>
        </a:p>
      </dgm:t>
    </dgm:pt>
    <dgm:pt modelId="{47520FE4-C7F8-4F2D-87C2-5719AED3096A}">
      <dgm:prSet/>
      <dgm:spPr/>
      <dgm:t>
        <a:bodyPr/>
        <a:lstStyle/>
        <a:p>
          <a:r>
            <a:rPr lang="en-IN" dirty="0"/>
            <a:t>04</a:t>
          </a:r>
        </a:p>
      </dgm:t>
    </dgm:pt>
    <dgm:pt modelId="{29ABAEB7-64F6-4A18-AEE3-AD57FF5D9511}" type="parTrans" cxnId="{E0129C28-3295-43F7-839D-50A8B3A22D45}">
      <dgm:prSet/>
      <dgm:spPr/>
      <dgm:t>
        <a:bodyPr/>
        <a:lstStyle/>
        <a:p>
          <a:endParaRPr lang="en-IN"/>
        </a:p>
      </dgm:t>
    </dgm:pt>
    <dgm:pt modelId="{006F2A56-66B9-431E-8E99-4CBB8332C0DD}" type="sibTrans" cxnId="{E0129C28-3295-43F7-839D-50A8B3A22D45}">
      <dgm:prSet/>
      <dgm:spPr/>
      <dgm:t>
        <a:bodyPr/>
        <a:lstStyle/>
        <a:p>
          <a:endParaRPr lang="en-IN"/>
        </a:p>
      </dgm:t>
    </dgm:pt>
    <dgm:pt modelId="{E31B7380-AF41-4199-8574-827BAD8A6857}">
      <dgm:prSet/>
      <dgm:spPr/>
      <dgm:t>
        <a:bodyPr/>
        <a:lstStyle/>
        <a:p>
          <a:r>
            <a:rPr lang="en-IN" dirty="0"/>
            <a:t>05</a:t>
          </a:r>
        </a:p>
      </dgm:t>
    </dgm:pt>
    <dgm:pt modelId="{00115C42-0D02-4744-9814-B1AD1B31E3B9}" type="parTrans" cxnId="{E9C76FC2-9F47-4E91-8E34-304B8304CB54}">
      <dgm:prSet/>
      <dgm:spPr/>
      <dgm:t>
        <a:bodyPr/>
        <a:lstStyle/>
        <a:p>
          <a:endParaRPr lang="en-IN"/>
        </a:p>
      </dgm:t>
    </dgm:pt>
    <dgm:pt modelId="{49CCAF2B-8368-499D-B8F9-2664EAAAA60C}" type="sibTrans" cxnId="{E9C76FC2-9F47-4E91-8E34-304B8304CB54}">
      <dgm:prSet/>
      <dgm:spPr/>
      <dgm:t>
        <a:bodyPr/>
        <a:lstStyle/>
        <a:p>
          <a:endParaRPr lang="en-IN"/>
        </a:p>
      </dgm:t>
    </dgm:pt>
    <dgm:pt modelId="{1FDA9EC1-049D-4FD5-BDC6-DD7905971641}">
      <dgm:prSet/>
      <dgm:spPr/>
      <dgm:t>
        <a:bodyPr/>
        <a:lstStyle/>
        <a:p>
          <a:r>
            <a:rPr lang="en-IN" dirty="0"/>
            <a:t>06</a:t>
          </a:r>
        </a:p>
      </dgm:t>
    </dgm:pt>
    <dgm:pt modelId="{9DF4AB77-89AF-4A15-B67C-D96E16CA93CD}" type="parTrans" cxnId="{56F1DD95-A726-451C-97A4-03C95ADB95DC}">
      <dgm:prSet/>
      <dgm:spPr/>
      <dgm:t>
        <a:bodyPr/>
        <a:lstStyle/>
        <a:p>
          <a:endParaRPr lang="en-IN"/>
        </a:p>
      </dgm:t>
    </dgm:pt>
    <dgm:pt modelId="{B9563744-87C7-4E31-A2D6-92BA93D8AB00}" type="sibTrans" cxnId="{56F1DD95-A726-451C-97A4-03C95ADB95DC}">
      <dgm:prSet/>
      <dgm:spPr/>
      <dgm:t>
        <a:bodyPr/>
        <a:lstStyle/>
        <a:p>
          <a:endParaRPr lang="en-IN"/>
        </a:p>
      </dgm:t>
    </dgm:pt>
    <dgm:pt modelId="{0EDDD88B-82FD-407E-9922-18EC637F29B1}">
      <dgm:prSet/>
      <dgm:spPr/>
      <dgm:t>
        <a:bodyPr/>
        <a:lstStyle/>
        <a:p>
          <a:r>
            <a:rPr lang="en-IN" dirty="0"/>
            <a:t>07</a:t>
          </a:r>
        </a:p>
      </dgm:t>
    </dgm:pt>
    <dgm:pt modelId="{6F4712CD-E365-4AB7-AFCF-5A23A2F4D2BE}" type="parTrans" cxnId="{599422AE-AE06-4E79-9703-D25118954692}">
      <dgm:prSet/>
      <dgm:spPr/>
      <dgm:t>
        <a:bodyPr/>
        <a:lstStyle/>
        <a:p>
          <a:endParaRPr lang="en-IN"/>
        </a:p>
      </dgm:t>
    </dgm:pt>
    <dgm:pt modelId="{4660E71E-16D2-4A00-9E08-F4B75BC067DD}" type="sibTrans" cxnId="{599422AE-AE06-4E79-9703-D25118954692}">
      <dgm:prSet/>
      <dgm:spPr/>
      <dgm:t>
        <a:bodyPr/>
        <a:lstStyle/>
        <a:p>
          <a:endParaRPr lang="en-IN"/>
        </a:p>
      </dgm:t>
    </dgm:pt>
    <dgm:pt modelId="{8FADCBA6-526D-45DD-BB3F-4CD3E48119B8}">
      <dgm:prSet phldrT="[Text]"/>
      <dgm:spPr>
        <a:solidFill>
          <a:schemeClr val="accent1">
            <a:lumMod val="20000"/>
            <a:lumOff val="80000"/>
            <a:alpha val="90000"/>
          </a:schemeClr>
        </a:solidFill>
      </dgm:spPr>
      <dgm:t>
        <a:bodyPr/>
        <a:lstStyle/>
        <a:p>
          <a:r>
            <a:rPr lang="en-US" dirty="0">
              <a:solidFill>
                <a:schemeClr val="accent1">
                  <a:lumMod val="50000"/>
                </a:schemeClr>
              </a:solidFill>
              <a:latin typeface="Century Gothic" panose="020B0502020202020204" pitchFamily="34" charset="0"/>
            </a:rPr>
            <a:t>Gain valuable insights from the dataset</a:t>
          </a:r>
          <a:endParaRPr lang="en-IN" dirty="0"/>
        </a:p>
      </dgm:t>
    </dgm:pt>
    <dgm:pt modelId="{409E9DAB-B78A-48B4-9903-278598B4D363}" type="parTrans" cxnId="{0E441C80-A12B-4116-9A04-9F57B88857CC}">
      <dgm:prSet/>
      <dgm:spPr/>
      <dgm:t>
        <a:bodyPr/>
        <a:lstStyle/>
        <a:p>
          <a:endParaRPr lang="en-IN"/>
        </a:p>
      </dgm:t>
    </dgm:pt>
    <dgm:pt modelId="{D2805AC0-9E67-48A5-863F-E1D680AA82BD}" type="sibTrans" cxnId="{0E441C80-A12B-4116-9A04-9F57B88857CC}">
      <dgm:prSet/>
      <dgm:spPr/>
      <dgm:t>
        <a:bodyPr/>
        <a:lstStyle/>
        <a:p>
          <a:endParaRPr lang="en-IN"/>
        </a:p>
      </dgm:t>
    </dgm:pt>
    <dgm:pt modelId="{94F648A9-ECF7-46AA-82CC-814C357B1C33}">
      <dgm:prSet phldrT="[Text]"/>
      <dgm:spPr>
        <a:solidFill>
          <a:schemeClr val="accent1">
            <a:lumMod val="20000"/>
            <a:lumOff val="80000"/>
            <a:alpha val="90000"/>
          </a:schemeClr>
        </a:solidFill>
      </dgm:spPr>
      <dgm:t>
        <a:bodyPr/>
        <a:lstStyle/>
        <a:p>
          <a:r>
            <a:rPr lang="en-US" dirty="0">
              <a:solidFill>
                <a:schemeClr val="accent1">
                  <a:lumMod val="50000"/>
                </a:schemeClr>
              </a:solidFill>
              <a:latin typeface="Century Gothic" panose="020B0502020202020204" pitchFamily="34" charset="0"/>
            </a:rPr>
            <a:t>Models and early detection bring essential benefits</a:t>
          </a:r>
          <a:endParaRPr lang="en-IN" dirty="0"/>
        </a:p>
      </dgm:t>
    </dgm:pt>
    <dgm:pt modelId="{19E52C98-8EB2-426E-B240-A7DA0FC48012}" type="parTrans" cxnId="{BF0DADCE-28CD-4A48-BC0A-4CD992E6E1EB}">
      <dgm:prSet/>
      <dgm:spPr/>
      <dgm:t>
        <a:bodyPr/>
        <a:lstStyle/>
        <a:p>
          <a:endParaRPr lang="en-IN"/>
        </a:p>
      </dgm:t>
    </dgm:pt>
    <dgm:pt modelId="{87FEACE6-CD2A-453B-844F-B961072F70D7}" type="sibTrans" cxnId="{BF0DADCE-28CD-4A48-BC0A-4CD992E6E1EB}">
      <dgm:prSet/>
      <dgm:spPr/>
      <dgm:t>
        <a:bodyPr/>
        <a:lstStyle/>
        <a:p>
          <a:endParaRPr lang="en-IN"/>
        </a:p>
      </dgm:t>
    </dgm:pt>
    <dgm:pt modelId="{D1C12FAB-8D30-4FA6-ADB9-EFC23773E909}" type="pres">
      <dgm:prSet presAssocID="{3D9A3AFC-9EAD-4EBB-AC22-ADC4BA78A98F}" presName="linearFlow" presStyleCnt="0">
        <dgm:presLayoutVars>
          <dgm:dir/>
          <dgm:animLvl val="lvl"/>
          <dgm:resizeHandles val="exact"/>
        </dgm:presLayoutVars>
      </dgm:prSet>
      <dgm:spPr/>
    </dgm:pt>
    <dgm:pt modelId="{3C152FE2-CABD-4B2D-8E1D-EE6A8D8A74A2}" type="pres">
      <dgm:prSet presAssocID="{F2F364BB-CE73-44EC-BEF2-48996D95DE3A}" presName="composite" presStyleCnt="0"/>
      <dgm:spPr/>
    </dgm:pt>
    <dgm:pt modelId="{77A09FDA-72EB-448D-9BCB-5C39707A9B55}" type="pres">
      <dgm:prSet presAssocID="{F2F364BB-CE73-44EC-BEF2-48996D95DE3A}" presName="parentText" presStyleLbl="alignNode1" presStyleIdx="0" presStyleCnt="7">
        <dgm:presLayoutVars>
          <dgm:chMax val="1"/>
          <dgm:bulletEnabled val="1"/>
        </dgm:presLayoutVars>
      </dgm:prSet>
      <dgm:spPr/>
    </dgm:pt>
    <dgm:pt modelId="{C92239D5-0B06-4889-BE8C-1738AD7287F7}" type="pres">
      <dgm:prSet presAssocID="{F2F364BB-CE73-44EC-BEF2-48996D95DE3A}" presName="descendantText" presStyleLbl="alignAcc1" presStyleIdx="0" presStyleCnt="7">
        <dgm:presLayoutVars>
          <dgm:bulletEnabled val="1"/>
        </dgm:presLayoutVars>
      </dgm:prSet>
      <dgm:spPr/>
    </dgm:pt>
    <dgm:pt modelId="{2CA2DB23-344E-4718-A968-FA8468351383}" type="pres">
      <dgm:prSet presAssocID="{8274A324-737D-4850-95F0-00E73AD67C92}" presName="sp" presStyleCnt="0"/>
      <dgm:spPr/>
    </dgm:pt>
    <dgm:pt modelId="{AFEA6A7F-A96E-4BAC-83E9-21412C7F4431}" type="pres">
      <dgm:prSet presAssocID="{A80A0935-F74A-4BFF-9E73-75845C35917A}" presName="composite" presStyleCnt="0"/>
      <dgm:spPr/>
    </dgm:pt>
    <dgm:pt modelId="{AABA45A7-3900-477F-A4A6-05C168A81073}" type="pres">
      <dgm:prSet presAssocID="{A80A0935-F74A-4BFF-9E73-75845C35917A}" presName="parentText" presStyleLbl="alignNode1" presStyleIdx="1" presStyleCnt="7">
        <dgm:presLayoutVars>
          <dgm:chMax val="1"/>
          <dgm:bulletEnabled val="1"/>
        </dgm:presLayoutVars>
      </dgm:prSet>
      <dgm:spPr/>
    </dgm:pt>
    <dgm:pt modelId="{2C198850-F5CC-48FE-925A-EA5A1558DEA9}" type="pres">
      <dgm:prSet presAssocID="{A80A0935-F74A-4BFF-9E73-75845C35917A}" presName="descendantText" presStyleLbl="alignAcc1" presStyleIdx="1" presStyleCnt="7">
        <dgm:presLayoutVars>
          <dgm:bulletEnabled val="1"/>
        </dgm:presLayoutVars>
      </dgm:prSet>
      <dgm:spPr/>
    </dgm:pt>
    <dgm:pt modelId="{6B299FC9-4641-4678-A090-2E48CE4A3237}" type="pres">
      <dgm:prSet presAssocID="{99D2B3C3-FB58-4F1F-953A-64D28C774C31}" presName="sp" presStyleCnt="0"/>
      <dgm:spPr/>
    </dgm:pt>
    <dgm:pt modelId="{EA684F0C-555E-4C99-9AE9-3A31BA54E3E6}" type="pres">
      <dgm:prSet presAssocID="{847B0EB9-83D4-45E5-A280-1EC8A434C4DB}" presName="composite" presStyleCnt="0"/>
      <dgm:spPr/>
    </dgm:pt>
    <dgm:pt modelId="{596C49C9-1BA9-4210-B9DD-D99FCFC9E16D}" type="pres">
      <dgm:prSet presAssocID="{847B0EB9-83D4-45E5-A280-1EC8A434C4DB}" presName="parentText" presStyleLbl="alignNode1" presStyleIdx="2" presStyleCnt="7">
        <dgm:presLayoutVars>
          <dgm:chMax val="1"/>
          <dgm:bulletEnabled val="1"/>
        </dgm:presLayoutVars>
      </dgm:prSet>
      <dgm:spPr/>
    </dgm:pt>
    <dgm:pt modelId="{8561F583-DBF5-4CD3-B6FA-CB2F1309FD91}" type="pres">
      <dgm:prSet presAssocID="{847B0EB9-83D4-45E5-A280-1EC8A434C4DB}" presName="descendantText" presStyleLbl="alignAcc1" presStyleIdx="2" presStyleCnt="7">
        <dgm:presLayoutVars>
          <dgm:bulletEnabled val="1"/>
        </dgm:presLayoutVars>
      </dgm:prSet>
      <dgm:spPr/>
    </dgm:pt>
    <dgm:pt modelId="{182B86BE-1B6D-47ED-82BF-C280B9C797A7}" type="pres">
      <dgm:prSet presAssocID="{DA3AC0E8-2621-47BA-A80B-F7840189C2B0}" presName="sp" presStyleCnt="0"/>
      <dgm:spPr/>
    </dgm:pt>
    <dgm:pt modelId="{471512FA-E023-4756-85FE-C1C0A172D5D9}" type="pres">
      <dgm:prSet presAssocID="{47520FE4-C7F8-4F2D-87C2-5719AED3096A}" presName="composite" presStyleCnt="0"/>
      <dgm:spPr/>
    </dgm:pt>
    <dgm:pt modelId="{26316D97-46DA-44F9-8C02-9809F79AF8C9}" type="pres">
      <dgm:prSet presAssocID="{47520FE4-C7F8-4F2D-87C2-5719AED3096A}" presName="parentText" presStyleLbl="alignNode1" presStyleIdx="3" presStyleCnt="7">
        <dgm:presLayoutVars>
          <dgm:chMax val="1"/>
          <dgm:bulletEnabled val="1"/>
        </dgm:presLayoutVars>
      </dgm:prSet>
      <dgm:spPr/>
    </dgm:pt>
    <dgm:pt modelId="{67ED464D-528D-4DA9-92F8-D5E47184035D}" type="pres">
      <dgm:prSet presAssocID="{47520FE4-C7F8-4F2D-87C2-5719AED3096A}" presName="descendantText" presStyleLbl="alignAcc1" presStyleIdx="3" presStyleCnt="7">
        <dgm:presLayoutVars>
          <dgm:bulletEnabled val="1"/>
        </dgm:presLayoutVars>
      </dgm:prSet>
      <dgm:spPr>
        <a:solidFill>
          <a:schemeClr val="accent1">
            <a:lumMod val="20000"/>
            <a:lumOff val="80000"/>
            <a:alpha val="90000"/>
          </a:schemeClr>
        </a:solidFill>
      </dgm:spPr>
    </dgm:pt>
    <dgm:pt modelId="{DD0D339B-CE83-4182-8CB7-8BBBD4EBC5CF}" type="pres">
      <dgm:prSet presAssocID="{006F2A56-66B9-431E-8E99-4CBB8332C0DD}" presName="sp" presStyleCnt="0"/>
      <dgm:spPr/>
    </dgm:pt>
    <dgm:pt modelId="{AD6D236D-CA0B-4835-A5FC-A37650CA1FA7}" type="pres">
      <dgm:prSet presAssocID="{E31B7380-AF41-4199-8574-827BAD8A6857}" presName="composite" presStyleCnt="0"/>
      <dgm:spPr/>
    </dgm:pt>
    <dgm:pt modelId="{367B2FAB-4CA8-43D5-8767-D891CEF1D539}" type="pres">
      <dgm:prSet presAssocID="{E31B7380-AF41-4199-8574-827BAD8A6857}" presName="parentText" presStyleLbl="alignNode1" presStyleIdx="4" presStyleCnt="7">
        <dgm:presLayoutVars>
          <dgm:chMax val="1"/>
          <dgm:bulletEnabled val="1"/>
        </dgm:presLayoutVars>
      </dgm:prSet>
      <dgm:spPr/>
    </dgm:pt>
    <dgm:pt modelId="{47ABDABE-278D-4747-824D-FB2E0EC05AFE}" type="pres">
      <dgm:prSet presAssocID="{E31B7380-AF41-4199-8574-827BAD8A6857}" presName="descendantText" presStyleLbl="alignAcc1" presStyleIdx="4" presStyleCnt="7">
        <dgm:presLayoutVars>
          <dgm:bulletEnabled val="1"/>
        </dgm:presLayoutVars>
      </dgm:prSet>
      <dgm:spPr>
        <a:solidFill>
          <a:schemeClr val="accent1">
            <a:lumMod val="20000"/>
            <a:lumOff val="80000"/>
            <a:alpha val="90000"/>
          </a:schemeClr>
        </a:solidFill>
      </dgm:spPr>
    </dgm:pt>
    <dgm:pt modelId="{EFB98552-766E-4070-A854-138C2B701C1F}" type="pres">
      <dgm:prSet presAssocID="{49CCAF2B-8368-499D-B8F9-2664EAAAA60C}" presName="sp" presStyleCnt="0"/>
      <dgm:spPr/>
    </dgm:pt>
    <dgm:pt modelId="{3986E05A-997C-4411-B5B0-6F60F1945DB8}" type="pres">
      <dgm:prSet presAssocID="{1FDA9EC1-049D-4FD5-BDC6-DD7905971641}" presName="composite" presStyleCnt="0"/>
      <dgm:spPr/>
    </dgm:pt>
    <dgm:pt modelId="{BE166200-F06D-4CD0-A4DF-16D99C8461F6}" type="pres">
      <dgm:prSet presAssocID="{1FDA9EC1-049D-4FD5-BDC6-DD7905971641}" presName="parentText" presStyleLbl="alignNode1" presStyleIdx="5" presStyleCnt="7">
        <dgm:presLayoutVars>
          <dgm:chMax val="1"/>
          <dgm:bulletEnabled val="1"/>
        </dgm:presLayoutVars>
      </dgm:prSet>
      <dgm:spPr/>
    </dgm:pt>
    <dgm:pt modelId="{0EF1F8DE-A943-4BAA-918E-7B233097C3E0}" type="pres">
      <dgm:prSet presAssocID="{1FDA9EC1-049D-4FD5-BDC6-DD7905971641}" presName="descendantText" presStyleLbl="alignAcc1" presStyleIdx="5" presStyleCnt="7">
        <dgm:presLayoutVars>
          <dgm:bulletEnabled val="1"/>
        </dgm:presLayoutVars>
      </dgm:prSet>
      <dgm:spPr>
        <a:solidFill>
          <a:schemeClr val="accent1">
            <a:lumMod val="20000"/>
            <a:lumOff val="80000"/>
            <a:alpha val="90000"/>
          </a:schemeClr>
        </a:solidFill>
      </dgm:spPr>
    </dgm:pt>
    <dgm:pt modelId="{A886D28C-BABC-46E7-ADA1-0E71B4F3D6EB}" type="pres">
      <dgm:prSet presAssocID="{B9563744-87C7-4E31-A2D6-92BA93D8AB00}" presName="sp" presStyleCnt="0"/>
      <dgm:spPr/>
    </dgm:pt>
    <dgm:pt modelId="{A7C7C19F-A228-49CC-AA2A-1FDC933231CB}" type="pres">
      <dgm:prSet presAssocID="{0EDDD88B-82FD-407E-9922-18EC637F29B1}" presName="composite" presStyleCnt="0"/>
      <dgm:spPr/>
    </dgm:pt>
    <dgm:pt modelId="{D66C058B-F7CA-4991-AC6A-66AF8DE206B6}" type="pres">
      <dgm:prSet presAssocID="{0EDDD88B-82FD-407E-9922-18EC637F29B1}" presName="parentText" presStyleLbl="alignNode1" presStyleIdx="6" presStyleCnt="7">
        <dgm:presLayoutVars>
          <dgm:chMax val="1"/>
          <dgm:bulletEnabled val="1"/>
        </dgm:presLayoutVars>
      </dgm:prSet>
      <dgm:spPr/>
    </dgm:pt>
    <dgm:pt modelId="{EE06C1D1-D02C-4284-AFCC-5AA1C5EE98BC}" type="pres">
      <dgm:prSet presAssocID="{0EDDD88B-82FD-407E-9922-18EC637F29B1}" presName="descendantText" presStyleLbl="alignAcc1" presStyleIdx="6" presStyleCnt="7">
        <dgm:presLayoutVars>
          <dgm:bulletEnabled val="1"/>
        </dgm:presLayoutVars>
      </dgm:prSet>
      <dgm:spPr>
        <a:solidFill>
          <a:schemeClr val="accent1">
            <a:lumMod val="20000"/>
            <a:lumOff val="80000"/>
            <a:alpha val="90000"/>
          </a:schemeClr>
        </a:solidFill>
      </dgm:spPr>
    </dgm:pt>
  </dgm:ptLst>
  <dgm:cxnLst>
    <dgm:cxn modelId="{C178AE0C-D82C-4355-9342-E2041A06F175}" srcId="{3D9A3AFC-9EAD-4EBB-AC22-ADC4BA78A98F}" destId="{847B0EB9-83D4-45E5-A280-1EC8A434C4DB}" srcOrd="2" destOrd="0" parTransId="{ED27BBDC-1FF7-4785-B85B-D35250862102}" sibTransId="{DA3AC0E8-2621-47BA-A80B-F7840189C2B0}"/>
    <dgm:cxn modelId="{28812E1C-CBF5-4E5A-BD01-D57CE9614750}" type="presOf" srcId="{E31B7380-AF41-4199-8574-827BAD8A6857}" destId="{367B2FAB-4CA8-43D5-8767-D891CEF1D539}" srcOrd="0" destOrd="0" presId="urn:microsoft.com/office/officeart/2005/8/layout/chevron2"/>
    <dgm:cxn modelId="{E0129C28-3295-43F7-839D-50A8B3A22D45}" srcId="{3D9A3AFC-9EAD-4EBB-AC22-ADC4BA78A98F}" destId="{47520FE4-C7F8-4F2D-87C2-5719AED3096A}" srcOrd="3" destOrd="0" parTransId="{29ABAEB7-64F6-4A18-AEE3-AD57FF5D9511}" sibTransId="{006F2A56-66B9-431E-8E99-4CBB8332C0DD}"/>
    <dgm:cxn modelId="{75E8042C-CCBD-4A77-ACA0-E70BAA8718DE}" srcId="{3D9A3AFC-9EAD-4EBB-AC22-ADC4BA78A98F}" destId="{A80A0935-F74A-4BFF-9E73-75845C35917A}" srcOrd="1" destOrd="0" parTransId="{40465DCB-BBC3-4B65-BF0D-6CC4CE379F0F}" sibTransId="{99D2B3C3-FB58-4F1F-953A-64D28C774C31}"/>
    <dgm:cxn modelId="{CD7FA132-CFAD-420C-88BB-34094CE9498C}" type="presOf" srcId="{1FDA9EC1-049D-4FD5-BDC6-DD7905971641}" destId="{BE166200-F06D-4CD0-A4DF-16D99C8461F6}" srcOrd="0" destOrd="0" presId="urn:microsoft.com/office/officeart/2005/8/layout/chevron2"/>
    <dgm:cxn modelId="{1A3ADE39-2E33-4304-A994-BE837CB26EC9}" srcId="{847B0EB9-83D4-45E5-A280-1EC8A434C4DB}" destId="{9DCDFB03-9D08-4CB3-9CF0-C6DB14D4D575}" srcOrd="0" destOrd="0" parTransId="{6E30A177-0A43-4334-BD9A-64CE250F03B3}" sibTransId="{72417843-8700-41FC-8944-313B4E738B47}"/>
    <dgm:cxn modelId="{F5B5B13B-32EC-452E-971E-DA1118E56CF4}" type="presOf" srcId="{3D9A3AFC-9EAD-4EBB-AC22-ADC4BA78A98F}" destId="{D1C12FAB-8D30-4FA6-ADB9-EFC23773E909}" srcOrd="0" destOrd="0" presId="urn:microsoft.com/office/officeart/2005/8/layout/chevron2"/>
    <dgm:cxn modelId="{D383C65E-2140-4A57-B669-4F788713CFED}" type="presOf" srcId="{847B0EB9-83D4-45E5-A280-1EC8A434C4DB}" destId="{596C49C9-1BA9-4210-B9DD-D99FCFC9E16D}" srcOrd="0" destOrd="0" presId="urn:microsoft.com/office/officeart/2005/8/layout/chevron2"/>
    <dgm:cxn modelId="{AEE72A47-A70F-4DF2-A3AD-AE268D336A0B}" srcId="{A80A0935-F74A-4BFF-9E73-75845C35917A}" destId="{6D7C32F9-B655-4F14-90F7-F71365ECB5EF}" srcOrd="0" destOrd="0" parTransId="{7495F46E-CC0C-471F-9433-DDC7892D7976}" sibTransId="{B3CDDE94-97E3-4DD1-AE76-9EEF2DFC9E8A}"/>
    <dgm:cxn modelId="{455B414D-63A8-49BC-B8B7-905A3F216F05}" type="presOf" srcId="{47520FE4-C7F8-4F2D-87C2-5719AED3096A}" destId="{26316D97-46DA-44F9-8C02-9809F79AF8C9}" srcOrd="0" destOrd="0" presId="urn:microsoft.com/office/officeart/2005/8/layout/chevron2"/>
    <dgm:cxn modelId="{0462A16F-0087-4917-BBAD-C970FA686D4B}" type="presOf" srcId="{F6A7782E-82F1-4E96-AC50-0A9AEA00C960}" destId="{C92239D5-0B06-4889-BE8C-1738AD7287F7}" srcOrd="0" destOrd="0" presId="urn:microsoft.com/office/officeart/2005/8/layout/chevron2"/>
    <dgm:cxn modelId="{F8D1D053-BB15-461C-B38D-8FE46B0B0AE3}" srcId="{3D9A3AFC-9EAD-4EBB-AC22-ADC4BA78A98F}" destId="{F2F364BB-CE73-44EC-BEF2-48996D95DE3A}" srcOrd="0" destOrd="0" parTransId="{EC7E8AFE-2B73-46B2-8B81-D64FC59DBDBA}" sibTransId="{8274A324-737D-4850-95F0-00E73AD67C92}"/>
    <dgm:cxn modelId="{8A5C0878-6CAE-4AD8-A21A-042DFEAD49B0}" type="presOf" srcId="{DE8BFB55-C085-4B13-817E-4A19E9F4F291}" destId="{8561F583-DBF5-4CD3-B6FA-CB2F1309FD91}" srcOrd="0" destOrd="1" presId="urn:microsoft.com/office/officeart/2005/8/layout/chevron2"/>
    <dgm:cxn modelId="{0E441C80-A12B-4116-9A04-9F57B88857CC}" srcId="{847B0EB9-83D4-45E5-A280-1EC8A434C4DB}" destId="{8FADCBA6-526D-45DD-BB3F-4CD3E48119B8}" srcOrd="2" destOrd="0" parTransId="{409E9DAB-B78A-48B4-9903-278598B4D363}" sibTransId="{D2805AC0-9E67-48A5-863F-E1D680AA82BD}"/>
    <dgm:cxn modelId="{054F1482-10F8-442E-A7B2-370FD85A2EE9}" type="presOf" srcId="{9DCDFB03-9D08-4CB3-9CF0-C6DB14D4D575}" destId="{8561F583-DBF5-4CD3-B6FA-CB2F1309FD91}" srcOrd="0" destOrd="0" presId="urn:microsoft.com/office/officeart/2005/8/layout/chevron2"/>
    <dgm:cxn modelId="{83A27890-DDA9-4AC5-9E9B-995309875ED0}" type="presOf" srcId="{6D7C32F9-B655-4F14-90F7-F71365ECB5EF}" destId="{2C198850-F5CC-48FE-925A-EA5A1558DEA9}" srcOrd="0" destOrd="0" presId="urn:microsoft.com/office/officeart/2005/8/layout/chevron2"/>
    <dgm:cxn modelId="{76067393-D8FB-4D2E-B9D3-9D0963DC3AFD}" srcId="{847B0EB9-83D4-45E5-A280-1EC8A434C4DB}" destId="{DE8BFB55-C085-4B13-817E-4A19E9F4F291}" srcOrd="1" destOrd="0" parTransId="{F22247F7-4C01-4BE8-ACCF-7ED72CDD56E9}" sibTransId="{80FF1D29-2D84-4176-87AF-7A8400C9602B}"/>
    <dgm:cxn modelId="{56F1DD95-A726-451C-97A4-03C95ADB95DC}" srcId="{3D9A3AFC-9EAD-4EBB-AC22-ADC4BA78A98F}" destId="{1FDA9EC1-049D-4FD5-BDC6-DD7905971641}" srcOrd="5" destOrd="0" parTransId="{9DF4AB77-89AF-4A15-B67C-D96E16CA93CD}" sibTransId="{B9563744-87C7-4E31-A2D6-92BA93D8AB00}"/>
    <dgm:cxn modelId="{A2811697-B1A3-4A06-B6EA-1EC56E9D5358}" type="presOf" srcId="{94F648A9-ECF7-46AA-82CC-814C357B1C33}" destId="{C92239D5-0B06-4889-BE8C-1738AD7287F7}" srcOrd="0" destOrd="1" presId="urn:microsoft.com/office/officeart/2005/8/layout/chevron2"/>
    <dgm:cxn modelId="{99B63F97-A734-4DFB-83AE-E02E5A1E0A88}" type="presOf" srcId="{8FADCBA6-526D-45DD-BB3F-4CD3E48119B8}" destId="{8561F583-DBF5-4CD3-B6FA-CB2F1309FD91}" srcOrd="0" destOrd="2" presId="urn:microsoft.com/office/officeart/2005/8/layout/chevron2"/>
    <dgm:cxn modelId="{F1C45199-DEED-4027-B4AE-1F7F4AEED645}" type="presOf" srcId="{A80A0935-F74A-4BFF-9E73-75845C35917A}" destId="{AABA45A7-3900-477F-A4A6-05C168A81073}" srcOrd="0" destOrd="0" presId="urn:microsoft.com/office/officeart/2005/8/layout/chevron2"/>
    <dgm:cxn modelId="{FE7E7E9E-491D-46D7-94E6-E25649A60BCE}" type="presOf" srcId="{F2F364BB-CE73-44EC-BEF2-48996D95DE3A}" destId="{77A09FDA-72EB-448D-9BCB-5C39707A9B55}" srcOrd="0" destOrd="0" presId="urn:microsoft.com/office/officeart/2005/8/layout/chevron2"/>
    <dgm:cxn modelId="{599422AE-AE06-4E79-9703-D25118954692}" srcId="{3D9A3AFC-9EAD-4EBB-AC22-ADC4BA78A98F}" destId="{0EDDD88B-82FD-407E-9922-18EC637F29B1}" srcOrd="6" destOrd="0" parTransId="{6F4712CD-E365-4AB7-AFCF-5A23A2F4D2BE}" sibTransId="{4660E71E-16D2-4A00-9E08-F4B75BC067DD}"/>
    <dgm:cxn modelId="{E95B63B9-CDCF-4C68-BF9C-4A644C89E55E}" srcId="{F2F364BB-CE73-44EC-BEF2-48996D95DE3A}" destId="{F6A7782E-82F1-4E96-AC50-0A9AEA00C960}" srcOrd="0" destOrd="0" parTransId="{88BA196B-103E-423E-B94F-3B21BE2354AF}" sibTransId="{04A5795F-6DE3-43A5-BED7-0EC2AC12311A}"/>
    <dgm:cxn modelId="{E9C76FC2-9F47-4E91-8E34-304B8304CB54}" srcId="{3D9A3AFC-9EAD-4EBB-AC22-ADC4BA78A98F}" destId="{E31B7380-AF41-4199-8574-827BAD8A6857}" srcOrd="4" destOrd="0" parTransId="{00115C42-0D02-4744-9814-B1AD1B31E3B9}" sibTransId="{49CCAF2B-8368-499D-B8F9-2664EAAAA60C}"/>
    <dgm:cxn modelId="{BF0DADCE-28CD-4A48-BC0A-4CD992E6E1EB}" srcId="{F2F364BB-CE73-44EC-BEF2-48996D95DE3A}" destId="{94F648A9-ECF7-46AA-82CC-814C357B1C33}" srcOrd="1" destOrd="0" parTransId="{19E52C98-8EB2-426E-B240-A7DA0FC48012}" sibTransId="{87FEACE6-CD2A-453B-844F-B961072F70D7}"/>
    <dgm:cxn modelId="{CD3947E9-3A08-498E-AC38-8420A3B21B76}" type="presOf" srcId="{0EDDD88B-82FD-407E-9922-18EC637F29B1}" destId="{D66C058B-F7CA-4991-AC6A-66AF8DE206B6}" srcOrd="0" destOrd="0" presId="urn:microsoft.com/office/officeart/2005/8/layout/chevron2"/>
    <dgm:cxn modelId="{A6DBD8E6-7697-486B-89ED-F20658E0B18E}" type="presParOf" srcId="{D1C12FAB-8D30-4FA6-ADB9-EFC23773E909}" destId="{3C152FE2-CABD-4B2D-8E1D-EE6A8D8A74A2}" srcOrd="0" destOrd="0" presId="urn:microsoft.com/office/officeart/2005/8/layout/chevron2"/>
    <dgm:cxn modelId="{6E1F19C9-5F72-476B-8E98-41E749301425}" type="presParOf" srcId="{3C152FE2-CABD-4B2D-8E1D-EE6A8D8A74A2}" destId="{77A09FDA-72EB-448D-9BCB-5C39707A9B55}" srcOrd="0" destOrd="0" presId="urn:microsoft.com/office/officeart/2005/8/layout/chevron2"/>
    <dgm:cxn modelId="{71DBA3FC-8BED-4F85-9014-1472E0EA69AA}" type="presParOf" srcId="{3C152FE2-CABD-4B2D-8E1D-EE6A8D8A74A2}" destId="{C92239D5-0B06-4889-BE8C-1738AD7287F7}" srcOrd="1" destOrd="0" presId="urn:microsoft.com/office/officeart/2005/8/layout/chevron2"/>
    <dgm:cxn modelId="{F369EDA1-A8EA-452B-AE9F-9CBF6E4DFEF4}" type="presParOf" srcId="{D1C12FAB-8D30-4FA6-ADB9-EFC23773E909}" destId="{2CA2DB23-344E-4718-A968-FA8468351383}" srcOrd="1" destOrd="0" presId="urn:microsoft.com/office/officeart/2005/8/layout/chevron2"/>
    <dgm:cxn modelId="{B808920A-8244-4413-8518-C626C912ADD3}" type="presParOf" srcId="{D1C12FAB-8D30-4FA6-ADB9-EFC23773E909}" destId="{AFEA6A7F-A96E-4BAC-83E9-21412C7F4431}" srcOrd="2" destOrd="0" presId="urn:microsoft.com/office/officeart/2005/8/layout/chevron2"/>
    <dgm:cxn modelId="{1757D3C8-FA92-4B47-B5E0-86EF07C50552}" type="presParOf" srcId="{AFEA6A7F-A96E-4BAC-83E9-21412C7F4431}" destId="{AABA45A7-3900-477F-A4A6-05C168A81073}" srcOrd="0" destOrd="0" presId="urn:microsoft.com/office/officeart/2005/8/layout/chevron2"/>
    <dgm:cxn modelId="{70ADBA80-BC0E-4861-B61F-290F18664229}" type="presParOf" srcId="{AFEA6A7F-A96E-4BAC-83E9-21412C7F4431}" destId="{2C198850-F5CC-48FE-925A-EA5A1558DEA9}" srcOrd="1" destOrd="0" presId="urn:microsoft.com/office/officeart/2005/8/layout/chevron2"/>
    <dgm:cxn modelId="{7C6F92B9-F95E-41AD-8958-50582F1B0C14}" type="presParOf" srcId="{D1C12FAB-8D30-4FA6-ADB9-EFC23773E909}" destId="{6B299FC9-4641-4678-A090-2E48CE4A3237}" srcOrd="3" destOrd="0" presId="urn:microsoft.com/office/officeart/2005/8/layout/chevron2"/>
    <dgm:cxn modelId="{EB97DD50-DA3A-46B6-806C-7089D7BFC9F7}" type="presParOf" srcId="{D1C12FAB-8D30-4FA6-ADB9-EFC23773E909}" destId="{EA684F0C-555E-4C99-9AE9-3A31BA54E3E6}" srcOrd="4" destOrd="0" presId="urn:microsoft.com/office/officeart/2005/8/layout/chevron2"/>
    <dgm:cxn modelId="{6474FE3B-41D9-4A50-A493-F18309B4E206}" type="presParOf" srcId="{EA684F0C-555E-4C99-9AE9-3A31BA54E3E6}" destId="{596C49C9-1BA9-4210-B9DD-D99FCFC9E16D}" srcOrd="0" destOrd="0" presId="urn:microsoft.com/office/officeart/2005/8/layout/chevron2"/>
    <dgm:cxn modelId="{22D3558C-0652-469D-A8B6-246F8C790499}" type="presParOf" srcId="{EA684F0C-555E-4C99-9AE9-3A31BA54E3E6}" destId="{8561F583-DBF5-4CD3-B6FA-CB2F1309FD91}" srcOrd="1" destOrd="0" presId="urn:microsoft.com/office/officeart/2005/8/layout/chevron2"/>
    <dgm:cxn modelId="{8403660C-E04F-4AC3-A612-2A3DA1C6489C}" type="presParOf" srcId="{D1C12FAB-8D30-4FA6-ADB9-EFC23773E909}" destId="{182B86BE-1B6D-47ED-82BF-C280B9C797A7}" srcOrd="5" destOrd="0" presId="urn:microsoft.com/office/officeart/2005/8/layout/chevron2"/>
    <dgm:cxn modelId="{E82566FE-6E7D-4B50-8A8B-E56263B0E3A4}" type="presParOf" srcId="{D1C12FAB-8D30-4FA6-ADB9-EFC23773E909}" destId="{471512FA-E023-4756-85FE-C1C0A172D5D9}" srcOrd="6" destOrd="0" presId="urn:microsoft.com/office/officeart/2005/8/layout/chevron2"/>
    <dgm:cxn modelId="{3BF234BA-C105-43EF-AE16-AEB41EEC75C7}" type="presParOf" srcId="{471512FA-E023-4756-85FE-C1C0A172D5D9}" destId="{26316D97-46DA-44F9-8C02-9809F79AF8C9}" srcOrd="0" destOrd="0" presId="urn:microsoft.com/office/officeart/2005/8/layout/chevron2"/>
    <dgm:cxn modelId="{0794AC35-8C23-404B-B76B-C2C2F3CBC834}" type="presParOf" srcId="{471512FA-E023-4756-85FE-C1C0A172D5D9}" destId="{67ED464D-528D-4DA9-92F8-D5E47184035D}" srcOrd="1" destOrd="0" presId="urn:microsoft.com/office/officeart/2005/8/layout/chevron2"/>
    <dgm:cxn modelId="{4ED85EC4-2513-4979-9007-6B220D024B37}" type="presParOf" srcId="{D1C12FAB-8D30-4FA6-ADB9-EFC23773E909}" destId="{DD0D339B-CE83-4182-8CB7-8BBBD4EBC5CF}" srcOrd="7" destOrd="0" presId="urn:microsoft.com/office/officeart/2005/8/layout/chevron2"/>
    <dgm:cxn modelId="{EBE62E0B-D9CF-4567-973A-6DD6BE584B86}" type="presParOf" srcId="{D1C12FAB-8D30-4FA6-ADB9-EFC23773E909}" destId="{AD6D236D-CA0B-4835-A5FC-A37650CA1FA7}" srcOrd="8" destOrd="0" presId="urn:microsoft.com/office/officeart/2005/8/layout/chevron2"/>
    <dgm:cxn modelId="{26717EE5-AEEB-4808-9409-9568E8BF15C0}" type="presParOf" srcId="{AD6D236D-CA0B-4835-A5FC-A37650CA1FA7}" destId="{367B2FAB-4CA8-43D5-8767-D891CEF1D539}" srcOrd="0" destOrd="0" presId="urn:microsoft.com/office/officeart/2005/8/layout/chevron2"/>
    <dgm:cxn modelId="{DB41A738-9E57-4D51-A9E0-62D3256D2C16}" type="presParOf" srcId="{AD6D236D-CA0B-4835-A5FC-A37650CA1FA7}" destId="{47ABDABE-278D-4747-824D-FB2E0EC05AFE}" srcOrd="1" destOrd="0" presId="urn:microsoft.com/office/officeart/2005/8/layout/chevron2"/>
    <dgm:cxn modelId="{9FD293B7-D688-4F04-B1CD-A83756EEABA6}" type="presParOf" srcId="{D1C12FAB-8D30-4FA6-ADB9-EFC23773E909}" destId="{EFB98552-766E-4070-A854-138C2B701C1F}" srcOrd="9" destOrd="0" presId="urn:microsoft.com/office/officeart/2005/8/layout/chevron2"/>
    <dgm:cxn modelId="{42EC92E2-6CD6-44A1-98A3-A48643A111E1}" type="presParOf" srcId="{D1C12FAB-8D30-4FA6-ADB9-EFC23773E909}" destId="{3986E05A-997C-4411-B5B0-6F60F1945DB8}" srcOrd="10" destOrd="0" presId="urn:microsoft.com/office/officeart/2005/8/layout/chevron2"/>
    <dgm:cxn modelId="{F6EAE3E2-A18E-4612-B23C-7F53F3F0BC7F}" type="presParOf" srcId="{3986E05A-997C-4411-B5B0-6F60F1945DB8}" destId="{BE166200-F06D-4CD0-A4DF-16D99C8461F6}" srcOrd="0" destOrd="0" presId="urn:microsoft.com/office/officeart/2005/8/layout/chevron2"/>
    <dgm:cxn modelId="{7ED6B482-9BA0-4793-928E-24D9D3B5CC77}" type="presParOf" srcId="{3986E05A-997C-4411-B5B0-6F60F1945DB8}" destId="{0EF1F8DE-A943-4BAA-918E-7B233097C3E0}" srcOrd="1" destOrd="0" presId="urn:microsoft.com/office/officeart/2005/8/layout/chevron2"/>
    <dgm:cxn modelId="{1610D838-8B57-473B-8ACA-1458A6560611}" type="presParOf" srcId="{D1C12FAB-8D30-4FA6-ADB9-EFC23773E909}" destId="{A886D28C-BABC-46E7-ADA1-0E71B4F3D6EB}" srcOrd="11" destOrd="0" presId="urn:microsoft.com/office/officeart/2005/8/layout/chevron2"/>
    <dgm:cxn modelId="{4FADD39C-4733-4EBF-B69D-8AEB7349C255}" type="presParOf" srcId="{D1C12FAB-8D30-4FA6-ADB9-EFC23773E909}" destId="{A7C7C19F-A228-49CC-AA2A-1FDC933231CB}" srcOrd="12" destOrd="0" presId="urn:microsoft.com/office/officeart/2005/8/layout/chevron2"/>
    <dgm:cxn modelId="{9E29A3F2-C70F-4A81-8D89-C43BD46638AE}" type="presParOf" srcId="{A7C7C19F-A228-49CC-AA2A-1FDC933231CB}" destId="{D66C058B-F7CA-4991-AC6A-66AF8DE206B6}" srcOrd="0" destOrd="0" presId="urn:microsoft.com/office/officeart/2005/8/layout/chevron2"/>
    <dgm:cxn modelId="{6ECD66C9-6EC3-4C5C-99A0-CF63D7005AD3}" type="presParOf" srcId="{A7C7C19F-A228-49CC-AA2A-1FDC933231CB}" destId="{EE06C1D1-D02C-4284-AFCC-5AA1C5EE98BC}"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6272202-F81A-4EEB-9C7C-056EAD223123}"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AD937FFD-D265-4FB3-A307-5F14F946BC90}">
      <dgm:prSet custT="1"/>
      <dgm:spPr>
        <a:solidFill>
          <a:schemeClr val="tx2">
            <a:lumMod val="20000"/>
            <a:lumOff val="80000"/>
          </a:schemeClr>
        </a:solidFill>
      </dgm:spPr>
      <dgm:t>
        <a:bodyPr/>
        <a:lstStyle/>
        <a:p>
          <a:pPr>
            <a:lnSpc>
              <a:spcPct val="100000"/>
            </a:lnSpc>
          </a:pPr>
          <a:r>
            <a:rPr lang="en-US" sz="1600" b="1" u="sng" dirty="0">
              <a:solidFill>
                <a:schemeClr val="accent1">
                  <a:lumMod val="50000"/>
                </a:schemeClr>
              </a:solidFill>
              <a:latin typeface="Rockwell" panose="02060603020205020403" pitchFamily="18" charset="0"/>
            </a:rPr>
            <a:t>Logistic Regression</a:t>
          </a:r>
          <a:endParaRPr lang="en-US" sz="1600" b="1" dirty="0">
            <a:solidFill>
              <a:schemeClr val="accent1">
                <a:lumMod val="50000"/>
              </a:schemeClr>
            </a:solidFill>
            <a:latin typeface="Rockwell" panose="02060603020205020403" pitchFamily="18" charset="0"/>
          </a:endParaRPr>
        </a:p>
        <a:p>
          <a:pPr>
            <a:lnSpc>
              <a:spcPct val="100000"/>
            </a:lnSpc>
          </a:pPr>
          <a:r>
            <a:rPr lang="en-US" sz="1300" dirty="0">
              <a:solidFill>
                <a:schemeClr val="accent1">
                  <a:lumMod val="50000"/>
                </a:schemeClr>
              </a:solidFill>
              <a:latin typeface="Rockwell" panose="02060603020205020403" pitchFamily="18" charset="0"/>
            </a:rPr>
            <a:t>Logistic regression is commonly used for </a:t>
          </a:r>
          <a:r>
            <a:rPr lang="en-US" sz="1300" b="1" dirty="0">
              <a:solidFill>
                <a:schemeClr val="accent1">
                  <a:lumMod val="50000"/>
                </a:schemeClr>
              </a:solidFill>
              <a:latin typeface="Rockwell" panose="02060603020205020403" pitchFamily="18" charset="0"/>
            </a:rPr>
            <a:t>binary</a:t>
          </a:r>
          <a:r>
            <a:rPr lang="en-US" sz="1300" dirty="0">
              <a:solidFill>
                <a:schemeClr val="accent1">
                  <a:lumMod val="50000"/>
                </a:schemeClr>
              </a:solidFill>
              <a:latin typeface="Rockwell" panose="02060603020205020403" pitchFamily="18" charset="0"/>
            </a:rPr>
            <a:t> </a:t>
          </a:r>
          <a:r>
            <a:rPr lang="en-US" sz="1300" b="1" dirty="0">
              <a:solidFill>
                <a:schemeClr val="accent1">
                  <a:lumMod val="50000"/>
                </a:schemeClr>
              </a:solidFill>
              <a:latin typeface="Rockwell" panose="02060603020205020403" pitchFamily="18" charset="0"/>
            </a:rPr>
            <a:t>classification</a:t>
          </a:r>
          <a:r>
            <a:rPr lang="en-US" sz="1300" dirty="0">
              <a:solidFill>
                <a:schemeClr val="accent1">
                  <a:lumMod val="50000"/>
                </a:schemeClr>
              </a:solidFill>
              <a:latin typeface="Rockwell" panose="02060603020205020403" pitchFamily="18" charset="0"/>
            </a:rPr>
            <a:t> </a:t>
          </a:r>
          <a:r>
            <a:rPr lang="en-US" sz="1300" b="1" dirty="0">
              <a:solidFill>
                <a:schemeClr val="accent1">
                  <a:lumMod val="50000"/>
                </a:schemeClr>
              </a:solidFill>
              <a:latin typeface="Rockwell" panose="02060603020205020403" pitchFamily="18" charset="0"/>
            </a:rPr>
            <a:t>problems</a:t>
          </a:r>
          <a:r>
            <a:rPr lang="en-US" sz="1300" dirty="0">
              <a:solidFill>
                <a:schemeClr val="accent1">
                  <a:lumMod val="50000"/>
                </a:schemeClr>
              </a:solidFill>
              <a:latin typeface="Rockwell" panose="02060603020205020403" pitchFamily="18" charset="0"/>
            </a:rPr>
            <a:t>. it's preferred because it provides a </a:t>
          </a:r>
          <a:r>
            <a:rPr lang="en-US" sz="1300" b="1" dirty="0">
              <a:solidFill>
                <a:schemeClr val="accent1">
                  <a:lumMod val="50000"/>
                </a:schemeClr>
              </a:solidFill>
              <a:latin typeface="Rockwell" panose="02060603020205020403" pitchFamily="18" charset="0"/>
            </a:rPr>
            <a:t>simple</a:t>
          </a:r>
          <a:r>
            <a:rPr lang="en-US" sz="1300" dirty="0">
              <a:solidFill>
                <a:schemeClr val="accent1">
                  <a:lumMod val="50000"/>
                </a:schemeClr>
              </a:solidFill>
              <a:latin typeface="Rockwell" panose="02060603020205020403" pitchFamily="18" charset="0"/>
            </a:rPr>
            <a:t> and </a:t>
          </a:r>
          <a:r>
            <a:rPr lang="en-US" sz="1300" b="1" dirty="0">
              <a:solidFill>
                <a:schemeClr val="accent1">
                  <a:lumMod val="50000"/>
                </a:schemeClr>
              </a:solidFill>
              <a:latin typeface="Rockwell" panose="02060603020205020403" pitchFamily="18" charset="0"/>
            </a:rPr>
            <a:t>efficient</a:t>
          </a:r>
          <a:r>
            <a:rPr lang="en-US" sz="1300" dirty="0">
              <a:solidFill>
                <a:schemeClr val="accent1">
                  <a:lumMod val="50000"/>
                </a:schemeClr>
              </a:solidFill>
              <a:latin typeface="Rockwell" panose="02060603020205020403" pitchFamily="18" charset="0"/>
            </a:rPr>
            <a:t> way to </a:t>
          </a:r>
          <a:r>
            <a:rPr lang="en-US" sz="1300" b="1" dirty="0">
              <a:solidFill>
                <a:schemeClr val="accent1">
                  <a:lumMod val="50000"/>
                </a:schemeClr>
              </a:solidFill>
              <a:latin typeface="Rockwell" panose="02060603020205020403" pitchFamily="18" charset="0"/>
            </a:rPr>
            <a:t>model</a:t>
          </a:r>
          <a:r>
            <a:rPr lang="en-US" sz="1300" dirty="0">
              <a:solidFill>
                <a:schemeClr val="accent1">
                  <a:lumMod val="50000"/>
                </a:schemeClr>
              </a:solidFill>
              <a:latin typeface="Rockwell" panose="02060603020205020403" pitchFamily="18" charset="0"/>
            </a:rPr>
            <a:t> the </a:t>
          </a:r>
          <a:r>
            <a:rPr lang="en-US" sz="1300" b="1" dirty="0">
              <a:solidFill>
                <a:schemeClr val="accent1">
                  <a:lumMod val="50000"/>
                </a:schemeClr>
              </a:solidFill>
              <a:latin typeface="Rockwell" panose="02060603020205020403" pitchFamily="18" charset="0"/>
            </a:rPr>
            <a:t>relationship</a:t>
          </a:r>
          <a:r>
            <a:rPr lang="en-US" sz="1300" dirty="0">
              <a:solidFill>
                <a:schemeClr val="accent1">
                  <a:lumMod val="50000"/>
                </a:schemeClr>
              </a:solidFill>
              <a:latin typeface="Rockwell" panose="02060603020205020403" pitchFamily="18" charset="0"/>
            </a:rPr>
            <a:t> between the </a:t>
          </a:r>
          <a:r>
            <a:rPr lang="en-US" sz="1300" b="1" dirty="0">
              <a:solidFill>
                <a:schemeClr val="accent1">
                  <a:lumMod val="50000"/>
                </a:schemeClr>
              </a:solidFill>
              <a:latin typeface="Rockwell" panose="02060603020205020403" pitchFamily="18" charset="0"/>
            </a:rPr>
            <a:t>independent</a:t>
          </a:r>
          <a:r>
            <a:rPr lang="en-US" sz="1300" dirty="0">
              <a:solidFill>
                <a:schemeClr val="accent1">
                  <a:lumMod val="50000"/>
                </a:schemeClr>
              </a:solidFill>
              <a:latin typeface="Rockwell" panose="02060603020205020403" pitchFamily="18" charset="0"/>
            </a:rPr>
            <a:t> </a:t>
          </a:r>
          <a:r>
            <a:rPr lang="en-US" sz="1300" b="1" dirty="0">
              <a:solidFill>
                <a:schemeClr val="accent1">
                  <a:lumMod val="50000"/>
                </a:schemeClr>
              </a:solidFill>
              <a:latin typeface="Rockwell" panose="02060603020205020403" pitchFamily="18" charset="0"/>
            </a:rPr>
            <a:t>variables</a:t>
          </a:r>
          <a:r>
            <a:rPr lang="en-US" sz="1300" dirty="0">
              <a:solidFill>
                <a:schemeClr val="accent1">
                  <a:lumMod val="50000"/>
                </a:schemeClr>
              </a:solidFill>
              <a:latin typeface="Rockwell" panose="02060603020205020403" pitchFamily="18" charset="0"/>
            </a:rPr>
            <a:t> and the </a:t>
          </a:r>
          <a:r>
            <a:rPr lang="en-US" sz="1300" b="1" dirty="0">
              <a:solidFill>
                <a:schemeClr val="accent1">
                  <a:lumMod val="50000"/>
                </a:schemeClr>
              </a:solidFill>
              <a:latin typeface="Rockwell" panose="02060603020205020403" pitchFamily="18" charset="0"/>
            </a:rPr>
            <a:t>probability</a:t>
          </a:r>
          <a:r>
            <a:rPr lang="en-US" sz="1300" dirty="0">
              <a:solidFill>
                <a:schemeClr val="accent1">
                  <a:lumMod val="50000"/>
                </a:schemeClr>
              </a:solidFill>
              <a:latin typeface="Rockwell" panose="02060603020205020403" pitchFamily="18" charset="0"/>
            </a:rPr>
            <a:t> of a certain </a:t>
          </a:r>
          <a:r>
            <a:rPr lang="en-US" sz="1300" b="1" dirty="0">
              <a:solidFill>
                <a:schemeClr val="accent1">
                  <a:lumMod val="50000"/>
                </a:schemeClr>
              </a:solidFill>
              <a:latin typeface="Rockwell" panose="02060603020205020403" pitchFamily="18" charset="0"/>
            </a:rPr>
            <a:t>outcome</a:t>
          </a:r>
          <a:r>
            <a:rPr lang="en-US" sz="1300" dirty="0">
              <a:solidFill>
                <a:schemeClr val="accent1">
                  <a:lumMod val="50000"/>
                </a:schemeClr>
              </a:solidFill>
              <a:latin typeface="Rockwell" panose="02060603020205020403" pitchFamily="18" charset="0"/>
            </a:rPr>
            <a:t>.</a:t>
          </a:r>
        </a:p>
      </dgm:t>
    </dgm:pt>
    <dgm:pt modelId="{668E5E20-963E-4A6A-AEA7-D323F7B7DFF0}" type="parTrans" cxnId="{0FED4CAE-D96E-4DEB-AD9B-7386ABDC5A8A}">
      <dgm:prSet/>
      <dgm:spPr/>
      <dgm:t>
        <a:bodyPr/>
        <a:lstStyle/>
        <a:p>
          <a:endParaRPr lang="en-US"/>
        </a:p>
      </dgm:t>
    </dgm:pt>
    <dgm:pt modelId="{05383469-974C-4565-8F79-E8A613918E75}" type="sibTrans" cxnId="{0FED4CAE-D96E-4DEB-AD9B-7386ABDC5A8A}">
      <dgm:prSet/>
      <dgm:spPr/>
      <dgm:t>
        <a:bodyPr/>
        <a:lstStyle/>
        <a:p>
          <a:pPr>
            <a:lnSpc>
              <a:spcPct val="100000"/>
            </a:lnSpc>
          </a:pPr>
          <a:endParaRPr lang="en-US"/>
        </a:p>
      </dgm:t>
    </dgm:pt>
    <dgm:pt modelId="{71BD6F0C-8064-43CB-B8D7-BED7C137663A}">
      <dgm:prSet custT="1"/>
      <dgm:spPr>
        <a:solidFill>
          <a:schemeClr val="tx2">
            <a:lumMod val="20000"/>
            <a:lumOff val="80000"/>
          </a:schemeClr>
        </a:solidFill>
      </dgm:spPr>
      <dgm:t>
        <a:bodyPr/>
        <a:lstStyle/>
        <a:p>
          <a:pPr>
            <a:lnSpc>
              <a:spcPct val="100000"/>
            </a:lnSpc>
          </a:pPr>
          <a:r>
            <a:rPr lang="en-IN" sz="1600" b="1" u="sng" dirty="0">
              <a:solidFill>
                <a:schemeClr val="accent1">
                  <a:lumMod val="50000"/>
                </a:schemeClr>
              </a:solidFill>
              <a:latin typeface="Rockwell" panose="02060603020205020403" pitchFamily="18" charset="0"/>
            </a:rPr>
            <a:t>Random Forest</a:t>
          </a:r>
          <a:endParaRPr lang="en-US" sz="1600" b="1" dirty="0">
            <a:solidFill>
              <a:schemeClr val="accent1">
                <a:lumMod val="50000"/>
              </a:schemeClr>
            </a:solidFill>
            <a:latin typeface="Rockwell" panose="02060603020205020403" pitchFamily="18" charset="0"/>
          </a:endParaRPr>
        </a:p>
        <a:p>
          <a:pPr>
            <a:lnSpc>
              <a:spcPct val="100000"/>
            </a:lnSpc>
          </a:pPr>
          <a:r>
            <a:rPr lang="en-US" sz="1300" b="0" dirty="0">
              <a:solidFill>
                <a:schemeClr val="accent1">
                  <a:lumMod val="50000"/>
                </a:schemeClr>
              </a:solidFill>
              <a:latin typeface="Rockwell" panose="02060603020205020403" pitchFamily="18" charset="0"/>
            </a:rPr>
            <a:t>Random Forest is a robust supervised algorithm suitable for both regression and classification tasks.</a:t>
          </a:r>
        </a:p>
      </dgm:t>
    </dgm:pt>
    <dgm:pt modelId="{34F9D598-C482-48C0-8429-E8BE7064CC43}" type="parTrans" cxnId="{00011F76-7B62-49EF-82D6-E5163BB1D14A}">
      <dgm:prSet/>
      <dgm:spPr/>
      <dgm:t>
        <a:bodyPr/>
        <a:lstStyle/>
        <a:p>
          <a:endParaRPr lang="en-US"/>
        </a:p>
      </dgm:t>
    </dgm:pt>
    <dgm:pt modelId="{C14ABC3A-BEAE-4300-9028-5A9A7945A021}" type="sibTrans" cxnId="{00011F76-7B62-49EF-82D6-E5163BB1D14A}">
      <dgm:prSet/>
      <dgm:spPr/>
      <dgm:t>
        <a:bodyPr/>
        <a:lstStyle/>
        <a:p>
          <a:pPr>
            <a:lnSpc>
              <a:spcPct val="100000"/>
            </a:lnSpc>
          </a:pPr>
          <a:endParaRPr lang="en-US"/>
        </a:p>
      </dgm:t>
    </dgm:pt>
    <dgm:pt modelId="{B095FE68-2C0D-4C47-98DD-881078F6A90B}" type="pres">
      <dgm:prSet presAssocID="{86272202-F81A-4EEB-9C7C-056EAD223123}" presName="root" presStyleCnt="0">
        <dgm:presLayoutVars>
          <dgm:dir/>
          <dgm:resizeHandles val="exact"/>
        </dgm:presLayoutVars>
      </dgm:prSet>
      <dgm:spPr/>
    </dgm:pt>
    <dgm:pt modelId="{E377D92C-F3C1-43B9-A6DE-508FC3787FFD}" type="pres">
      <dgm:prSet presAssocID="{86272202-F81A-4EEB-9C7C-056EAD223123}" presName="container" presStyleCnt="0">
        <dgm:presLayoutVars>
          <dgm:dir/>
          <dgm:resizeHandles val="exact"/>
        </dgm:presLayoutVars>
      </dgm:prSet>
      <dgm:spPr/>
    </dgm:pt>
    <dgm:pt modelId="{0D4CC41A-5306-44E2-B953-DFC75F276932}" type="pres">
      <dgm:prSet presAssocID="{AD937FFD-D265-4FB3-A307-5F14F946BC90}" presName="compNode" presStyleCnt="0"/>
      <dgm:spPr/>
    </dgm:pt>
    <dgm:pt modelId="{62E7B501-6E61-4594-959E-51B552DEE8A3}" type="pres">
      <dgm:prSet presAssocID="{AD937FFD-D265-4FB3-A307-5F14F946BC90}" presName="iconBgRect" presStyleLbl="bgShp" presStyleIdx="0" presStyleCnt="2" custLinFactY="-74434" custLinFactNeighborX="-12290" custLinFactNeighborY="-100000"/>
      <dgm:spPr/>
    </dgm:pt>
    <dgm:pt modelId="{9ADDED94-56EB-4D2A-8100-5B5103691C0D}" type="pres">
      <dgm:prSet presAssocID="{AD937FFD-D265-4FB3-A307-5F14F946BC90}" presName="iconRect" presStyleLbl="node1" presStyleIdx="0" presStyleCnt="2" custScaleY="77323" custLinFactY="-113547" custLinFactNeighborX="-21190" custLinFactNeighborY="-200000"/>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Statistics"/>
        </a:ext>
      </dgm:extLst>
    </dgm:pt>
    <dgm:pt modelId="{D0AEFFBB-DA0C-4C2C-AD75-5817DBC64937}" type="pres">
      <dgm:prSet presAssocID="{AD937FFD-D265-4FB3-A307-5F14F946BC90}" presName="spaceRect" presStyleCnt="0"/>
      <dgm:spPr/>
    </dgm:pt>
    <dgm:pt modelId="{51430F70-1429-4F4A-9448-D1C3E9A83869}" type="pres">
      <dgm:prSet presAssocID="{AD937FFD-D265-4FB3-A307-5F14F946BC90}" presName="textRect" presStyleLbl="revTx" presStyleIdx="0" presStyleCnt="2" custScaleX="246873" custLinFactNeighborX="6244" custLinFactNeighborY="-72658">
        <dgm:presLayoutVars>
          <dgm:chMax val="1"/>
          <dgm:chPref val="1"/>
        </dgm:presLayoutVars>
      </dgm:prSet>
      <dgm:spPr/>
    </dgm:pt>
    <dgm:pt modelId="{2A7C3065-02E8-4979-8390-9AD393042874}" type="pres">
      <dgm:prSet presAssocID="{05383469-974C-4565-8F79-E8A613918E75}" presName="sibTrans" presStyleLbl="sibTrans2D1" presStyleIdx="0" presStyleCnt="0"/>
      <dgm:spPr/>
    </dgm:pt>
    <dgm:pt modelId="{AE21510E-03A5-48F3-A44C-46E1E5A26F6C}" type="pres">
      <dgm:prSet presAssocID="{71BD6F0C-8064-43CB-B8D7-BED7C137663A}" presName="compNode" presStyleCnt="0"/>
      <dgm:spPr/>
    </dgm:pt>
    <dgm:pt modelId="{B9768842-E744-4123-AAAF-517119F3F903}" type="pres">
      <dgm:prSet presAssocID="{71BD6F0C-8064-43CB-B8D7-BED7C137663A}" presName="iconBgRect" presStyleLbl="bgShp" presStyleIdx="1" presStyleCnt="2" custLinFactX="-284012" custLinFactNeighborX="-300000" custLinFactNeighborY="47857"/>
      <dgm:spPr/>
    </dgm:pt>
    <dgm:pt modelId="{4988427A-6B7C-495E-A545-29F06D3F0166}" type="pres">
      <dgm:prSet presAssocID="{71BD6F0C-8064-43CB-B8D7-BED7C137663A}" presName="iconRect" presStyleLbl="node1" presStyleIdx="1" presStyleCnt="2" custLinFactX="-500000" custLinFactNeighborX="-509119" custLinFactNeighborY="82511"/>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Forest scene"/>
        </a:ext>
      </dgm:extLst>
    </dgm:pt>
    <dgm:pt modelId="{1E8D14A2-7099-4D95-AF5E-4755FBC90A6E}" type="pres">
      <dgm:prSet presAssocID="{71BD6F0C-8064-43CB-B8D7-BED7C137663A}" presName="spaceRect" presStyleCnt="0"/>
      <dgm:spPr/>
    </dgm:pt>
    <dgm:pt modelId="{5A582152-611F-4083-A81E-3A5DE2D97197}" type="pres">
      <dgm:prSet presAssocID="{71BD6F0C-8064-43CB-B8D7-BED7C137663A}" presName="textRect" presStyleLbl="revTx" presStyleIdx="1" presStyleCnt="2" custScaleX="159119" custLinFactX="-100000" custLinFactY="68610" custLinFactNeighborX="-176060" custLinFactNeighborY="100000">
        <dgm:presLayoutVars>
          <dgm:chMax val="1"/>
          <dgm:chPref val="1"/>
        </dgm:presLayoutVars>
      </dgm:prSet>
      <dgm:spPr/>
    </dgm:pt>
  </dgm:ptLst>
  <dgm:cxnLst>
    <dgm:cxn modelId="{DDF8EC42-4D6C-4C82-AFCE-42C6644EF76C}" type="presOf" srcId="{05383469-974C-4565-8F79-E8A613918E75}" destId="{2A7C3065-02E8-4979-8390-9AD393042874}" srcOrd="0" destOrd="0" presId="urn:microsoft.com/office/officeart/2018/2/layout/IconCircleList"/>
    <dgm:cxn modelId="{00011F76-7B62-49EF-82D6-E5163BB1D14A}" srcId="{86272202-F81A-4EEB-9C7C-056EAD223123}" destId="{71BD6F0C-8064-43CB-B8D7-BED7C137663A}" srcOrd="1" destOrd="0" parTransId="{34F9D598-C482-48C0-8429-E8BE7064CC43}" sibTransId="{C14ABC3A-BEAE-4300-9028-5A9A7945A021}"/>
    <dgm:cxn modelId="{0FED4CAE-D96E-4DEB-AD9B-7386ABDC5A8A}" srcId="{86272202-F81A-4EEB-9C7C-056EAD223123}" destId="{AD937FFD-D265-4FB3-A307-5F14F946BC90}" srcOrd="0" destOrd="0" parTransId="{668E5E20-963E-4A6A-AEA7-D323F7B7DFF0}" sibTransId="{05383469-974C-4565-8F79-E8A613918E75}"/>
    <dgm:cxn modelId="{AD361CC0-458F-45E8-9BCE-667AAF7D7CCC}" type="presOf" srcId="{AD937FFD-D265-4FB3-A307-5F14F946BC90}" destId="{51430F70-1429-4F4A-9448-D1C3E9A83869}" srcOrd="0" destOrd="0" presId="urn:microsoft.com/office/officeart/2018/2/layout/IconCircleList"/>
    <dgm:cxn modelId="{501520CC-BE9D-40CB-9B97-32A7F1552103}" type="presOf" srcId="{86272202-F81A-4EEB-9C7C-056EAD223123}" destId="{B095FE68-2C0D-4C47-98DD-881078F6A90B}" srcOrd="0" destOrd="0" presId="urn:microsoft.com/office/officeart/2018/2/layout/IconCircleList"/>
    <dgm:cxn modelId="{DF0B84FC-154C-4EA5-BA51-FB69B29829B8}" type="presOf" srcId="{71BD6F0C-8064-43CB-B8D7-BED7C137663A}" destId="{5A582152-611F-4083-A81E-3A5DE2D97197}" srcOrd="0" destOrd="0" presId="urn:microsoft.com/office/officeart/2018/2/layout/IconCircleList"/>
    <dgm:cxn modelId="{34F42EF2-9C4A-46CA-A9F2-3404D854CC67}" type="presParOf" srcId="{B095FE68-2C0D-4C47-98DD-881078F6A90B}" destId="{E377D92C-F3C1-43B9-A6DE-508FC3787FFD}" srcOrd="0" destOrd="0" presId="urn:microsoft.com/office/officeart/2018/2/layout/IconCircleList"/>
    <dgm:cxn modelId="{995E06D2-22F3-4FC4-B1FC-660336355F8D}" type="presParOf" srcId="{E377D92C-F3C1-43B9-A6DE-508FC3787FFD}" destId="{0D4CC41A-5306-44E2-B953-DFC75F276932}" srcOrd="0" destOrd="0" presId="urn:microsoft.com/office/officeart/2018/2/layout/IconCircleList"/>
    <dgm:cxn modelId="{677CCD73-B10A-4C5D-8D7E-CB355AF10C4E}" type="presParOf" srcId="{0D4CC41A-5306-44E2-B953-DFC75F276932}" destId="{62E7B501-6E61-4594-959E-51B552DEE8A3}" srcOrd="0" destOrd="0" presId="urn:microsoft.com/office/officeart/2018/2/layout/IconCircleList"/>
    <dgm:cxn modelId="{5C3948A0-D1D7-4018-A0F8-60BF63930941}" type="presParOf" srcId="{0D4CC41A-5306-44E2-B953-DFC75F276932}" destId="{9ADDED94-56EB-4D2A-8100-5B5103691C0D}" srcOrd="1" destOrd="0" presId="urn:microsoft.com/office/officeart/2018/2/layout/IconCircleList"/>
    <dgm:cxn modelId="{1FFD48AC-6BC7-4C76-AABD-FBAEF8353D79}" type="presParOf" srcId="{0D4CC41A-5306-44E2-B953-DFC75F276932}" destId="{D0AEFFBB-DA0C-4C2C-AD75-5817DBC64937}" srcOrd="2" destOrd="0" presId="urn:microsoft.com/office/officeart/2018/2/layout/IconCircleList"/>
    <dgm:cxn modelId="{99DDC988-6792-42FA-AE4E-C6620A52DF9B}" type="presParOf" srcId="{0D4CC41A-5306-44E2-B953-DFC75F276932}" destId="{51430F70-1429-4F4A-9448-D1C3E9A83869}" srcOrd="3" destOrd="0" presId="urn:microsoft.com/office/officeart/2018/2/layout/IconCircleList"/>
    <dgm:cxn modelId="{73001312-0B51-47A9-B16D-38A6E073394B}" type="presParOf" srcId="{E377D92C-F3C1-43B9-A6DE-508FC3787FFD}" destId="{2A7C3065-02E8-4979-8390-9AD393042874}" srcOrd="1" destOrd="0" presId="urn:microsoft.com/office/officeart/2018/2/layout/IconCircleList"/>
    <dgm:cxn modelId="{5589508E-B8BB-4564-8505-5A51B12D624B}" type="presParOf" srcId="{E377D92C-F3C1-43B9-A6DE-508FC3787FFD}" destId="{AE21510E-03A5-48F3-A44C-46E1E5A26F6C}" srcOrd="2" destOrd="0" presId="urn:microsoft.com/office/officeart/2018/2/layout/IconCircleList"/>
    <dgm:cxn modelId="{0AAAD297-FEBC-4813-8681-CD24F4EB7764}" type="presParOf" srcId="{AE21510E-03A5-48F3-A44C-46E1E5A26F6C}" destId="{B9768842-E744-4123-AAAF-517119F3F903}" srcOrd="0" destOrd="0" presId="urn:microsoft.com/office/officeart/2018/2/layout/IconCircleList"/>
    <dgm:cxn modelId="{9F24A59D-ED42-48DD-A431-A7F5D333017C}" type="presParOf" srcId="{AE21510E-03A5-48F3-A44C-46E1E5A26F6C}" destId="{4988427A-6B7C-495E-A545-29F06D3F0166}" srcOrd="1" destOrd="0" presId="urn:microsoft.com/office/officeart/2018/2/layout/IconCircleList"/>
    <dgm:cxn modelId="{E0357999-A033-4E8B-99FF-30D707A19412}" type="presParOf" srcId="{AE21510E-03A5-48F3-A44C-46E1E5A26F6C}" destId="{1E8D14A2-7099-4D95-AF5E-4755FBC90A6E}" srcOrd="2" destOrd="0" presId="urn:microsoft.com/office/officeart/2018/2/layout/IconCircleList"/>
    <dgm:cxn modelId="{6834C5AD-97C2-4CBB-B17F-622CA26BA9A6}" type="presParOf" srcId="{AE21510E-03A5-48F3-A44C-46E1E5A26F6C}" destId="{5A582152-611F-4083-A81E-3A5DE2D97197}" srcOrd="3" destOrd="0" presId="urn:microsoft.com/office/officeart/2018/2/layout/IconCircle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A09FDA-72EB-448D-9BCB-5C39707A9B55}">
      <dsp:nvSpPr>
        <dsp:cNvPr id="0" name=""/>
        <dsp:cNvSpPr/>
      </dsp:nvSpPr>
      <dsp:spPr>
        <a:xfrm rot="5400000">
          <a:off x="-140362" y="141104"/>
          <a:ext cx="935748" cy="655023"/>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kern="1200" dirty="0"/>
            <a:t>01</a:t>
          </a:r>
        </a:p>
      </dsp:txBody>
      <dsp:txXfrm rot="-5400000">
        <a:off x="1" y="328254"/>
        <a:ext cx="655023" cy="280725"/>
      </dsp:txXfrm>
    </dsp:sp>
    <dsp:sp modelId="{C92239D5-0B06-4889-BE8C-1738AD7287F7}">
      <dsp:nvSpPr>
        <dsp:cNvPr id="0" name=""/>
        <dsp:cNvSpPr/>
      </dsp:nvSpPr>
      <dsp:spPr>
        <a:xfrm rot="5400000">
          <a:off x="3362826" y="-2707059"/>
          <a:ext cx="608236" cy="6023841"/>
        </a:xfrm>
        <a:prstGeom prst="round2SameRect">
          <a:avLst/>
        </a:prstGeom>
        <a:solidFill>
          <a:schemeClr val="accent1">
            <a:lumMod val="20000"/>
            <a:lumOff val="80000"/>
            <a:alpha val="9000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8232" tIns="6985" rIns="6985" bIns="6985" numCol="1" spcCol="1270" anchor="ctr" anchorCtr="0">
          <a:noAutofit/>
        </a:bodyPr>
        <a:lstStyle/>
        <a:p>
          <a:pPr marL="57150" lvl="1" indent="-57150" algn="l" defTabSz="488950">
            <a:lnSpc>
              <a:spcPct val="90000"/>
            </a:lnSpc>
            <a:spcBef>
              <a:spcPct val="0"/>
            </a:spcBef>
            <a:spcAft>
              <a:spcPct val="15000"/>
            </a:spcAft>
            <a:buChar char="•"/>
          </a:pPr>
          <a:endParaRPr lang="en-IN" sz="1100" b="1" kern="1200" dirty="0"/>
        </a:p>
        <a:p>
          <a:pPr marL="57150" lvl="1" indent="-57150" algn="l" defTabSz="488950">
            <a:lnSpc>
              <a:spcPct val="90000"/>
            </a:lnSpc>
            <a:spcBef>
              <a:spcPct val="0"/>
            </a:spcBef>
            <a:spcAft>
              <a:spcPct val="15000"/>
            </a:spcAft>
            <a:buChar char="•"/>
          </a:pPr>
          <a:r>
            <a:rPr lang="en-US" sz="1100" kern="1200" dirty="0">
              <a:solidFill>
                <a:schemeClr val="accent1">
                  <a:lumMod val="50000"/>
                </a:schemeClr>
              </a:solidFill>
              <a:latin typeface="Century Gothic" panose="020B0502020202020204" pitchFamily="34" charset="0"/>
            </a:rPr>
            <a:t>Models and early detection bring essential benefits</a:t>
          </a:r>
          <a:endParaRPr lang="en-IN" sz="1100" kern="1200" dirty="0"/>
        </a:p>
      </dsp:txBody>
      <dsp:txXfrm rot="-5400000">
        <a:off x="655024" y="30435"/>
        <a:ext cx="5994149" cy="548852"/>
      </dsp:txXfrm>
    </dsp:sp>
    <dsp:sp modelId="{AABA45A7-3900-477F-A4A6-05C168A81073}">
      <dsp:nvSpPr>
        <dsp:cNvPr id="0" name=""/>
        <dsp:cNvSpPr/>
      </dsp:nvSpPr>
      <dsp:spPr>
        <a:xfrm rot="5400000">
          <a:off x="-140362" y="994068"/>
          <a:ext cx="935748" cy="655023"/>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kern="1200" dirty="0"/>
            <a:t>02</a:t>
          </a:r>
        </a:p>
      </dsp:txBody>
      <dsp:txXfrm rot="-5400000">
        <a:off x="1" y="1181218"/>
        <a:ext cx="655023" cy="280725"/>
      </dsp:txXfrm>
    </dsp:sp>
    <dsp:sp modelId="{2C198850-F5CC-48FE-925A-EA5A1558DEA9}">
      <dsp:nvSpPr>
        <dsp:cNvPr id="0" name=""/>
        <dsp:cNvSpPr/>
      </dsp:nvSpPr>
      <dsp:spPr>
        <a:xfrm rot="5400000">
          <a:off x="3362826" y="-1854096"/>
          <a:ext cx="608236" cy="6023841"/>
        </a:xfrm>
        <a:prstGeom prst="round2SameRect">
          <a:avLst/>
        </a:prstGeom>
        <a:solidFill>
          <a:schemeClr val="accent1">
            <a:lumMod val="20000"/>
            <a:lumOff val="80000"/>
            <a:alpha val="9000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8232" tIns="6985" rIns="6985" bIns="6985" numCol="1" spcCol="1270" anchor="ctr" anchorCtr="0">
          <a:noAutofit/>
        </a:bodyPr>
        <a:lstStyle/>
        <a:p>
          <a:pPr marL="57150" lvl="1" indent="-57150" algn="l" defTabSz="488950">
            <a:lnSpc>
              <a:spcPct val="90000"/>
            </a:lnSpc>
            <a:spcBef>
              <a:spcPct val="0"/>
            </a:spcBef>
            <a:spcAft>
              <a:spcPct val="15000"/>
            </a:spcAft>
            <a:buChar char="•"/>
          </a:pPr>
          <a:endParaRPr lang="en-IN" sz="1100" kern="1200" dirty="0"/>
        </a:p>
      </dsp:txBody>
      <dsp:txXfrm rot="-5400000">
        <a:off x="655024" y="883398"/>
        <a:ext cx="5994149" cy="548852"/>
      </dsp:txXfrm>
    </dsp:sp>
    <dsp:sp modelId="{596C49C9-1BA9-4210-B9DD-D99FCFC9E16D}">
      <dsp:nvSpPr>
        <dsp:cNvPr id="0" name=""/>
        <dsp:cNvSpPr/>
      </dsp:nvSpPr>
      <dsp:spPr>
        <a:xfrm rot="5400000">
          <a:off x="-140362" y="1847032"/>
          <a:ext cx="935748" cy="655023"/>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kern="1200" dirty="0"/>
            <a:t>03</a:t>
          </a:r>
        </a:p>
      </dsp:txBody>
      <dsp:txXfrm rot="-5400000">
        <a:off x="1" y="2034182"/>
        <a:ext cx="655023" cy="280725"/>
      </dsp:txXfrm>
    </dsp:sp>
    <dsp:sp modelId="{8561F583-DBF5-4CD3-B6FA-CB2F1309FD91}">
      <dsp:nvSpPr>
        <dsp:cNvPr id="0" name=""/>
        <dsp:cNvSpPr/>
      </dsp:nvSpPr>
      <dsp:spPr>
        <a:xfrm rot="5400000">
          <a:off x="3362826" y="-1001132"/>
          <a:ext cx="608236" cy="6023841"/>
        </a:xfrm>
        <a:prstGeom prst="round2SameRect">
          <a:avLst/>
        </a:prstGeom>
        <a:solidFill>
          <a:schemeClr val="accent1">
            <a:lumMod val="20000"/>
            <a:lumOff val="80000"/>
            <a:alpha val="9000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8232" tIns="6985" rIns="6985" bIns="6985" numCol="1" spcCol="1270" anchor="ctr" anchorCtr="0">
          <a:noAutofit/>
        </a:bodyPr>
        <a:lstStyle/>
        <a:p>
          <a:pPr marL="57150" lvl="1" indent="-57150" algn="l" defTabSz="488950">
            <a:lnSpc>
              <a:spcPct val="90000"/>
            </a:lnSpc>
            <a:spcBef>
              <a:spcPct val="0"/>
            </a:spcBef>
            <a:spcAft>
              <a:spcPct val="15000"/>
            </a:spcAft>
            <a:buChar char="•"/>
          </a:pPr>
          <a:endParaRPr lang="en-IN" sz="1100" kern="1200" dirty="0"/>
        </a:p>
        <a:p>
          <a:pPr marL="57150" lvl="1" indent="-57150" algn="l" defTabSz="488950">
            <a:lnSpc>
              <a:spcPct val="90000"/>
            </a:lnSpc>
            <a:spcBef>
              <a:spcPct val="0"/>
            </a:spcBef>
            <a:spcAft>
              <a:spcPct val="15000"/>
            </a:spcAft>
            <a:buChar char="•"/>
          </a:pPr>
          <a:r>
            <a:rPr lang="en-US" sz="1100" kern="1200" dirty="0">
              <a:solidFill>
                <a:schemeClr val="accent1">
                  <a:lumMod val="50000"/>
                </a:schemeClr>
              </a:solidFill>
              <a:latin typeface="Century Gothic" panose="020B0502020202020204" pitchFamily="34" charset="0"/>
            </a:rPr>
            <a:t>Find patterns  and identify trends</a:t>
          </a:r>
          <a:endParaRPr lang="en-IN" sz="1100" kern="1200" dirty="0"/>
        </a:p>
        <a:p>
          <a:pPr marL="57150" lvl="1" indent="-57150" algn="l" defTabSz="488950">
            <a:lnSpc>
              <a:spcPct val="90000"/>
            </a:lnSpc>
            <a:spcBef>
              <a:spcPct val="0"/>
            </a:spcBef>
            <a:spcAft>
              <a:spcPct val="15000"/>
            </a:spcAft>
            <a:buChar char="•"/>
          </a:pPr>
          <a:r>
            <a:rPr lang="en-US" sz="1100" kern="1200" dirty="0">
              <a:solidFill>
                <a:schemeClr val="accent1">
                  <a:lumMod val="50000"/>
                </a:schemeClr>
              </a:solidFill>
              <a:latin typeface="Century Gothic" panose="020B0502020202020204" pitchFamily="34" charset="0"/>
            </a:rPr>
            <a:t>Gain valuable insights from the dataset</a:t>
          </a:r>
          <a:endParaRPr lang="en-IN" sz="1100" kern="1200" dirty="0"/>
        </a:p>
      </dsp:txBody>
      <dsp:txXfrm rot="-5400000">
        <a:off x="655024" y="1736362"/>
        <a:ext cx="5994149" cy="548852"/>
      </dsp:txXfrm>
    </dsp:sp>
    <dsp:sp modelId="{26316D97-46DA-44F9-8C02-9809F79AF8C9}">
      <dsp:nvSpPr>
        <dsp:cNvPr id="0" name=""/>
        <dsp:cNvSpPr/>
      </dsp:nvSpPr>
      <dsp:spPr>
        <a:xfrm rot="5400000">
          <a:off x="-140362" y="2699995"/>
          <a:ext cx="935748" cy="655023"/>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kern="1200" dirty="0"/>
            <a:t>04</a:t>
          </a:r>
        </a:p>
      </dsp:txBody>
      <dsp:txXfrm rot="-5400000">
        <a:off x="1" y="2887145"/>
        <a:ext cx="655023" cy="280725"/>
      </dsp:txXfrm>
    </dsp:sp>
    <dsp:sp modelId="{67ED464D-528D-4DA9-92F8-D5E47184035D}">
      <dsp:nvSpPr>
        <dsp:cNvPr id="0" name=""/>
        <dsp:cNvSpPr/>
      </dsp:nvSpPr>
      <dsp:spPr>
        <a:xfrm rot="5400000">
          <a:off x="3362826" y="-148169"/>
          <a:ext cx="608236" cy="6023841"/>
        </a:xfrm>
        <a:prstGeom prst="round2SameRect">
          <a:avLst/>
        </a:prstGeom>
        <a:solidFill>
          <a:schemeClr val="accent1">
            <a:lumMod val="20000"/>
            <a:lumOff val="80000"/>
            <a:alpha val="9000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67B2FAB-4CA8-43D5-8767-D891CEF1D539}">
      <dsp:nvSpPr>
        <dsp:cNvPr id="0" name=""/>
        <dsp:cNvSpPr/>
      </dsp:nvSpPr>
      <dsp:spPr>
        <a:xfrm rot="5400000">
          <a:off x="-140362" y="3552959"/>
          <a:ext cx="935748" cy="655023"/>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kern="1200" dirty="0"/>
            <a:t>05</a:t>
          </a:r>
        </a:p>
      </dsp:txBody>
      <dsp:txXfrm rot="-5400000">
        <a:off x="1" y="3740109"/>
        <a:ext cx="655023" cy="280725"/>
      </dsp:txXfrm>
    </dsp:sp>
    <dsp:sp modelId="{47ABDABE-278D-4747-824D-FB2E0EC05AFE}">
      <dsp:nvSpPr>
        <dsp:cNvPr id="0" name=""/>
        <dsp:cNvSpPr/>
      </dsp:nvSpPr>
      <dsp:spPr>
        <a:xfrm rot="5400000">
          <a:off x="3362826" y="704794"/>
          <a:ext cx="608236" cy="6023841"/>
        </a:xfrm>
        <a:prstGeom prst="round2SameRect">
          <a:avLst/>
        </a:prstGeom>
        <a:solidFill>
          <a:schemeClr val="accent1">
            <a:lumMod val="20000"/>
            <a:lumOff val="80000"/>
            <a:alpha val="9000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E166200-F06D-4CD0-A4DF-16D99C8461F6}">
      <dsp:nvSpPr>
        <dsp:cNvPr id="0" name=""/>
        <dsp:cNvSpPr/>
      </dsp:nvSpPr>
      <dsp:spPr>
        <a:xfrm rot="5400000">
          <a:off x="-140362" y="4405922"/>
          <a:ext cx="935748" cy="655023"/>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kern="1200" dirty="0"/>
            <a:t>06</a:t>
          </a:r>
        </a:p>
      </dsp:txBody>
      <dsp:txXfrm rot="-5400000">
        <a:off x="1" y="4593072"/>
        <a:ext cx="655023" cy="280725"/>
      </dsp:txXfrm>
    </dsp:sp>
    <dsp:sp modelId="{0EF1F8DE-A943-4BAA-918E-7B233097C3E0}">
      <dsp:nvSpPr>
        <dsp:cNvPr id="0" name=""/>
        <dsp:cNvSpPr/>
      </dsp:nvSpPr>
      <dsp:spPr>
        <a:xfrm rot="5400000">
          <a:off x="3362826" y="1557758"/>
          <a:ext cx="608236" cy="6023841"/>
        </a:xfrm>
        <a:prstGeom prst="round2SameRect">
          <a:avLst/>
        </a:prstGeom>
        <a:solidFill>
          <a:schemeClr val="accent1">
            <a:lumMod val="20000"/>
            <a:lumOff val="80000"/>
            <a:alpha val="9000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66C058B-F7CA-4991-AC6A-66AF8DE206B6}">
      <dsp:nvSpPr>
        <dsp:cNvPr id="0" name=""/>
        <dsp:cNvSpPr/>
      </dsp:nvSpPr>
      <dsp:spPr>
        <a:xfrm rot="5400000">
          <a:off x="-140362" y="5258886"/>
          <a:ext cx="935748" cy="655023"/>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kern="1200" dirty="0"/>
            <a:t>07</a:t>
          </a:r>
        </a:p>
      </dsp:txBody>
      <dsp:txXfrm rot="-5400000">
        <a:off x="1" y="5446036"/>
        <a:ext cx="655023" cy="280725"/>
      </dsp:txXfrm>
    </dsp:sp>
    <dsp:sp modelId="{EE06C1D1-D02C-4284-AFCC-5AA1C5EE98BC}">
      <dsp:nvSpPr>
        <dsp:cNvPr id="0" name=""/>
        <dsp:cNvSpPr/>
      </dsp:nvSpPr>
      <dsp:spPr>
        <a:xfrm rot="5400000">
          <a:off x="3362826" y="2410721"/>
          <a:ext cx="608236" cy="6023841"/>
        </a:xfrm>
        <a:prstGeom prst="round2SameRect">
          <a:avLst/>
        </a:prstGeom>
        <a:solidFill>
          <a:schemeClr val="accent1">
            <a:lumMod val="20000"/>
            <a:lumOff val="80000"/>
            <a:alpha val="9000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2E7B501-6E61-4594-959E-51B552DEE8A3}">
      <dsp:nvSpPr>
        <dsp:cNvPr id="0" name=""/>
        <dsp:cNvSpPr/>
      </dsp:nvSpPr>
      <dsp:spPr>
        <a:xfrm>
          <a:off x="464626" y="290628"/>
          <a:ext cx="1101963" cy="1101963"/>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ADDED94-56EB-4D2A-8100-5B5103691C0D}">
      <dsp:nvSpPr>
        <dsp:cNvPr id="0" name=""/>
        <dsp:cNvSpPr/>
      </dsp:nvSpPr>
      <dsp:spPr>
        <a:xfrm>
          <a:off x="696036" y="512708"/>
          <a:ext cx="639138" cy="49420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1430F70-1429-4F4A-9448-D1C3E9A83869}">
      <dsp:nvSpPr>
        <dsp:cNvPr id="0" name=""/>
        <dsp:cNvSpPr/>
      </dsp:nvSpPr>
      <dsp:spPr>
        <a:xfrm>
          <a:off x="192840" y="1412162"/>
          <a:ext cx="6412487" cy="1101963"/>
        </a:xfrm>
        <a:prstGeom prst="rect">
          <a:avLst/>
        </a:prstGeom>
        <a:solidFill>
          <a:schemeClr val="tx2">
            <a:lumMod val="20000"/>
            <a:lumOff val="80000"/>
          </a:schemeClr>
        </a:solid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100000"/>
            </a:lnSpc>
            <a:spcBef>
              <a:spcPct val="0"/>
            </a:spcBef>
            <a:spcAft>
              <a:spcPct val="35000"/>
            </a:spcAft>
            <a:buNone/>
          </a:pPr>
          <a:r>
            <a:rPr lang="en-US" sz="1600" b="1" u="sng" kern="1200" dirty="0">
              <a:solidFill>
                <a:schemeClr val="accent1">
                  <a:lumMod val="50000"/>
                </a:schemeClr>
              </a:solidFill>
              <a:latin typeface="Rockwell" panose="02060603020205020403" pitchFamily="18" charset="0"/>
            </a:rPr>
            <a:t>Logistic Regression</a:t>
          </a:r>
          <a:endParaRPr lang="en-US" sz="1600" b="1" kern="1200" dirty="0">
            <a:solidFill>
              <a:schemeClr val="accent1">
                <a:lumMod val="50000"/>
              </a:schemeClr>
            </a:solidFill>
            <a:latin typeface="Rockwell" panose="02060603020205020403" pitchFamily="18" charset="0"/>
          </a:endParaRPr>
        </a:p>
        <a:p>
          <a:pPr marL="0" lvl="0" indent="0" algn="l" defTabSz="711200">
            <a:lnSpc>
              <a:spcPct val="100000"/>
            </a:lnSpc>
            <a:spcBef>
              <a:spcPct val="0"/>
            </a:spcBef>
            <a:spcAft>
              <a:spcPct val="35000"/>
            </a:spcAft>
            <a:buNone/>
          </a:pPr>
          <a:r>
            <a:rPr lang="en-US" sz="1300" kern="1200" dirty="0">
              <a:solidFill>
                <a:schemeClr val="accent1">
                  <a:lumMod val="50000"/>
                </a:schemeClr>
              </a:solidFill>
              <a:latin typeface="Rockwell" panose="02060603020205020403" pitchFamily="18" charset="0"/>
            </a:rPr>
            <a:t>Logistic regression is commonly used for </a:t>
          </a:r>
          <a:r>
            <a:rPr lang="en-US" sz="1300" b="1" kern="1200" dirty="0">
              <a:solidFill>
                <a:schemeClr val="accent1">
                  <a:lumMod val="50000"/>
                </a:schemeClr>
              </a:solidFill>
              <a:latin typeface="Rockwell" panose="02060603020205020403" pitchFamily="18" charset="0"/>
            </a:rPr>
            <a:t>binary</a:t>
          </a:r>
          <a:r>
            <a:rPr lang="en-US" sz="1300" kern="1200" dirty="0">
              <a:solidFill>
                <a:schemeClr val="accent1">
                  <a:lumMod val="50000"/>
                </a:schemeClr>
              </a:solidFill>
              <a:latin typeface="Rockwell" panose="02060603020205020403" pitchFamily="18" charset="0"/>
            </a:rPr>
            <a:t> </a:t>
          </a:r>
          <a:r>
            <a:rPr lang="en-US" sz="1300" b="1" kern="1200" dirty="0">
              <a:solidFill>
                <a:schemeClr val="accent1">
                  <a:lumMod val="50000"/>
                </a:schemeClr>
              </a:solidFill>
              <a:latin typeface="Rockwell" panose="02060603020205020403" pitchFamily="18" charset="0"/>
            </a:rPr>
            <a:t>classification</a:t>
          </a:r>
          <a:r>
            <a:rPr lang="en-US" sz="1300" kern="1200" dirty="0">
              <a:solidFill>
                <a:schemeClr val="accent1">
                  <a:lumMod val="50000"/>
                </a:schemeClr>
              </a:solidFill>
              <a:latin typeface="Rockwell" panose="02060603020205020403" pitchFamily="18" charset="0"/>
            </a:rPr>
            <a:t> </a:t>
          </a:r>
          <a:r>
            <a:rPr lang="en-US" sz="1300" b="1" kern="1200" dirty="0">
              <a:solidFill>
                <a:schemeClr val="accent1">
                  <a:lumMod val="50000"/>
                </a:schemeClr>
              </a:solidFill>
              <a:latin typeface="Rockwell" panose="02060603020205020403" pitchFamily="18" charset="0"/>
            </a:rPr>
            <a:t>problems</a:t>
          </a:r>
          <a:r>
            <a:rPr lang="en-US" sz="1300" kern="1200" dirty="0">
              <a:solidFill>
                <a:schemeClr val="accent1">
                  <a:lumMod val="50000"/>
                </a:schemeClr>
              </a:solidFill>
              <a:latin typeface="Rockwell" panose="02060603020205020403" pitchFamily="18" charset="0"/>
            </a:rPr>
            <a:t>. it's preferred because it provides a </a:t>
          </a:r>
          <a:r>
            <a:rPr lang="en-US" sz="1300" b="1" kern="1200" dirty="0">
              <a:solidFill>
                <a:schemeClr val="accent1">
                  <a:lumMod val="50000"/>
                </a:schemeClr>
              </a:solidFill>
              <a:latin typeface="Rockwell" panose="02060603020205020403" pitchFamily="18" charset="0"/>
            </a:rPr>
            <a:t>simple</a:t>
          </a:r>
          <a:r>
            <a:rPr lang="en-US" sz="1300" kern="1200" dirty="0">
              <a:solidFill>
                <a:schemeClr val="accent1">
                  <a:lumMod val="50000"/>
                </a:schemeClr>
              </a:solidFill>
              <a:latin typeface="Rockwell" panose="02060603020205020403" pitchFamily="18" charset="0"/>
            </a:rPr>
            <a:t> and </a:t>
          </a:r>
          <a:r>
            <a:rPr lang="en-US" sz="1300" b="1" kern="1200" dirty="0">
              <a:solidFill>
                <a:schemeClr val="accent1">
                  <a:lumMod val="50000"/>
                </a:schemeClr>
              </a:solidFill>
              <a:latin typeface="Rockwell" panose="02060603020205020403" pitchFamily="18" charset="0"/>
            </a:rPr>
            <a:t>efficient</a:t>
          </a:r>
          <a:r>
            <a:rPr lang="en-US" sz="1300" kern="1200" dirty="0">
              <a:solidFill>
                <a:schemeClr val="accent1">
                  <a:lumMod val="50000"/>
                </a:schemeClr>
              </a:solidFill>
              <a:latin typeface="Rockwell" panose="02060603020205020403" pitchFamily="18" charset="0"/>
            </a:rPr>
            <a:t> way to </a:t>
          </a:r>
          <a:r>
            <a:rPr lang="en-US" sz="1300" b="1" kern="1200" dirty="0">
              <a:solidFill>
                <a:schemeClr val="accent1">
                  <a:lumMod val="50000"/>
                </a:schemeClr>
              </a:solidFill>
              <a:latin typeface="Rockwell" panose="02060603020205020403" pitchFamily="18" charset="0"/>
            </a:rPr>
            <a:t>model</a:t>
          </a:r>
          <a:r>
            <a:rPr lang="en-US" sz="1300" kern="1200" dirty="0">
              <a:solidFill>
                <a:schemeClr val="accent1">
                  <a:lumMod val="50000"/>
                </a:schemeClr>
              </a:solidFill>
              <a:latin typeface="Rockwell" panose="02060603020205020403" pitchFamily="18" charset="0"/>
            </a:rPr>
            <a:t> the </a:t>
          </a:r>
          <a:r>
            <a:rPr lang="en-US" sz="1300" b="1" kern="1200" dirty="0">
              <a:solidFill>
                <a:schemeClr val="accent1">
                  <a:lumMod val="50000"/>
                </a:schemeClr>
              </a:solidFill>
              <a:latin typeface="Rockwell" panose="02060603020205020403" pitchFamily="18" charset="0"/>
            </a:rPr>
            <a:t>relationship</a:t>
          </a:r>
          <a:r>
            <a:rPr lang="en-US" sz="1300" kern="1200" dirty="0">
              <a:solidFill>
                <a:schemeClr val="accent1">
                  <a:lumMod val="50000"/>
                </a:schemeClr>
              </a:solidFill>
              <a:latin typeface="Rockwell" panose="02060603020205020403" pitchFamily="18" charset="0"/>
            </a:rPr>
            <a:t> between the </a:t>
          </a:r>
          <a:r>
            <a:rPr lang="en-US" sz="1300" b="1" kern="1200" dirty="0">
              <a:solidFill>
                <a:schemeClr val="accent1">
                  <a:lumMod val="50000"/>
                </a:schemeClr>
              </a:solidFill>
              <a:latin typeface="Rockwell" panose="02060603020205020403" pitchFamily="18" charset="0"/>
            </a:rPr>
            <a:t>independent</a:t>
          </a:r>
          <a:r>
            <a:rPr lang="en-US" sz="1300" kern="1200" dirty="0">
              <a:solidFill>
                <a:schemeClr val="accent1">
                  <a:lumMod val="50000"/>
                </a:schemeClr>
              </a:solidFill>
              <a:latin typeface="Rockwell" panose="02060603020205020403" pitchFamily="18" charset="0"/>
            </a:rPr>
            <a:t> </a:t>
          </a:r>
          <a:r>
            <a:rPr lang="en-US" sz="1300" b="1" kern="1200" dirty="0">
              <a:solidFill>
                <a:schemeClr val="accent1">
                  <a:lumMod val="50000"/>
                </a:schemeClr>
              </a:solidFill>
              <a:latin typeface="Rockwell" panose="02060603020205020403" pitchFamily="18" charset="0"/>
            </a:rPr>
            <a:t>variables</a:t>
          </a:r>
          <a:r>
            <a:rPr lang="en-US" sz="1300" kern="1200" dirty="0">
              <a:solidFill>
                <a:schemeClr val="accent1">
                  <a:lumMod val="50000"/>
                </a:schemeClr>
              </a:solidFill>
              <a:latin typeface="Rockwell" panose="02060603020205020403" pitchFamily="18" charset="0"/>
            </a:rPr>
            <a:t> and the </a:t>
          </a:r>
          <a:r>
            <a:rPr lang="en-US" sz="1300" b="1" kern="1200" dirty="0">
              <a:solidFill>
                <a:schemeClr val="accent1">
                  <a:lumMod val="50000"/>
                </a:schemeClr>
              </a:solidFill>
              <a:latin typeface="Rockwell" panose="02060603020205020403" pitchFamily="18" charset="0"/>
            </a:rPr>
            <a:t>probability</a:t>
          </a:r>
          <a:r>
            <a:rPr lang="en-US" sz="1300" kern="1200" dirty="0">
              <a:solidFill>
                <a:schemeClr val="accent1">
                  <a:lumMod val="50000"/>
                </a:schemeClr>
              </a:solidFill>
              <a:latin typeface="Rockwell" panose="02060603020205020403" pitchFamily="18" charset="0"/>
            </a:rPr>
            <a:t> of a certain </a:t>
          </a:r>
          <a:r>
            <a:rPr lang="en-US" sz="1300" b="1" kern="1200" dirty="0">
              <a:solidFill>
                <a:schemeClr val="accent1">
                  <a:lumMod val="50000"/>
                </a:schemeClr>
              </a:solidFill>
              <a:latin typeface="Rockwell" panose="02060603020205020403" pitchFamily="18" charset="0"/>
            </a:rPr>
            <a:t>outcome</a:t>
          </a:r>
          <a:r>
            <a:rPr lang="en-US" sz="1300" kern="1200" dirty="0">
              <a:solidFill>
                <a:schemeClr val="accent1">
                  <a:lumMod val="50000"/>
                </a:schemeClr>
              </a:solidFill>
              <a:latin typeface="Rockwell" panose="02060603020205020403" pitchFamily="18" charset="0"/>
            </a:rPr>
            <a:t>.</a:t>
          </a:r>
        </a:p>
      </dsp:txBody>
      <dsp:txXfrm>
        <a:off x="192840" y="1412162"/>
        <a:ext cx="6412487" cy="1101963"/>
      </dsp:txXfrm>
    </dsp:sp>
    <dsp:sp modelId="{B9768842-E744-4123-AAAF-517119F3F903}">
      <dsp:nvSpPr>
        <dsp:cNvPr id="0" name=""/>
        <dsp:cNvSpPr/>
      </dsp:nvSpPr>
      <dsp:spPr>
        <a:xfrm>
          <a:off x="460136" y="2740193"/>
          <a:ext cx="1101963" cy="1101963"/>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988427A-6B7C-495E-A545-29F06D3F0166}">
      <dsp:nvSpPr>
        <dsp:cNvPr id="0" name=""/>
        <dsp:cNvSpPr/>
      </dsp:nvSpPr>
      <dsp:spPr>
        <a:xfrm>
          <a:off x="677476" y="2971598"/>
          <a:ext cx="639138" cy="63913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A582152-611F-4083-A81E-3A5DE2D97197}">
      <dsp:nvSpPr>
        <dsp:cNvPr id="0" name=""/>
        <dsp:cNvSpPr/>
      </dsp:nvSpPr>
      <dsp:spPr>
        <a:xfrm>
          <a:off x="295412" y="4070846"/>
          <a:ext cx="4133091" cy="1101963"/>
        </a:xfrm>
        <a:prstGeom prst="rect">
          <a:avLst/>
        </a:prstGeom>
        <a:solidFill>
          <a:schemeClr val="tx2">
            <a:lumMod val="20000"/>
            <a:lumOff val="80000"/>
          </a:schemeClr>
        </a:solid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100000"/>
            </a:lnSpc>
            <a:spcBef>
              <a:spcPct val="0"/>
            </a:spcBef>
            <a:spcAft>
              <a:spcPct val="35000"/>
            </a:spcAft>
            <a:buNone/>
          </a:pPr>
          <a:r>
            <a:rPr lang="en-IN" sz="1600" b="1" u="sng" kern="1200" dirty="0">
              <a:solidFill>
                <a:schemeClr val="accent1">
                  <a:lumMod val="50000"/>
                </a:schemeClr>
              </a:solidFill>
              <a:latin typeface="Rockwell" panose="02060603020205020403" pitchFamily="18" charset="0"/>
            </a:rPr>
            <a:t>Random Forest</a:t>
          </a:r>
          <a:endParaRPr lang="en-US" sz="1600" b="1" kern="1200" dirty="0">
            <a:solidFill>
              <a:schemeClr val="accent1">
                <a:lumMod val="50000"/>
              </a:schemeClr>
            </a:solidFill>
            <a:latin typeface="Rockwell" panose="02060603020205020403" pitchFamily="18" charset="0"/>
          </a:endParaRPr>
        </a:p>
        <a:p>
          <a:pPr marL="0" lvl="0" indent="0" algn="l" defTabSz="711200">
            <a:lnSpc>
              <a:spcPct val="100000"/>
            </a:lnSpc>
            <a:spcBef>
              <a:spcPct val="0"/>
            </a:spcBef>
            <a:spcAft>
              <a:spcPct val="35000"/>
            </a:spcAft>
            <a:buNone/>
          </a:pPr>
          <a:r>
            <a:rPr lang="en-US" sz="1300" b="0" kern="1200" dirty="0">
              <a:solidFill>
                <a:schemeClr val="accent1">
                  <a:lumMod val="50000"/>
                </a:schemeClr>
              </a:solidFill>
              <a:latin typeface="Rockwell" panose="02060603020205020403" pitchFamily="18" charset="0"/>
            </a:rPr>
            <a:t>Random Forest is a robust supervised algorithm suitable for both regression and classification tasks.</a:t>
          </a:r>
        </a:p>
      </dsp:txBody>
      <dsp:txXfrm>
        <a:off x="295412" y="4070846"/>
        <a:ext cx="4133091" cy="1101963"/>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6A5C36-AE8D-4DA0-B3A4-B84766BD1052}" type="datetimeFigureOut">
              <a:rPr lang="en-IN" smtClean="0"/>
              <a:t>14-05-2026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B79C4A7-E4EF-4571-9029-E2D9AC0E3C90}" type="slidenum">
              <a:rPr lang="en-IN" smtClean="0"/>
              <a:t>‹#›</a:t>
            </a:fld>
            <a:endParaRPr lang="en-IN"/>
          </a:p>
        </p:txBody>
      </p:sp>
    </p:spTree>
    <p:extLst>
      <p:ext uri="{BB962C8B-B14F-4D97-AF65-F5344CB8AC3E}">
        <p14:creationId xmlns:p14="http://schemas.microsoft.com/office/powerpoint/2010/main" val="36520420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B79C4A7-E4EF-4571-9029-E2D9AC0E3C90}" type="slidenum">
              <a:rPr lang="en-IN" smtClean="0"/>
              <a:t>6</a:t>
            </a:fld>
            <a:endParaRPr lang="en-IN"/>
          </a:p>
        </p:txBody>
      </p:sp>
    </p:spTree>
    <p:extLst>
      <p:ext uri="{BB962C8B-B14F-4D97-AF65-F5344CB8AC3E}">
        <p14:creationId xmlns:p14="http://schemas.microsoft.com/office/powerpoint/2010/main" val="13640163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B79C4A7-E4EF-4571-9029-E2D9AC0E3C90}" type="slidenum">
              <a:rPr lang="en-IN" smtClean="0"/>
              <a:t>11</a:t>
            </a:fld>
            <a:endParaRPr lang="en-IN"/>
          </a:p>
        </p:txBody>
      </p:sp>
    </p:spTree>
    <p:extLst>
      <p:ext uri="{BB962C8B-B14F-4D97-AF65-F5344CB8AC3E}">
        <p14:creationId xmlns:p14="http://schemas.microsoft.com/office/powerpoint/2010/main" val="25316736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B3E37B-AE0B-F4F6-1F57-72BA8211EFC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D27D430-9E4D-12E2-B4AF-32DACF896AC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6C38668-E30C-288F-34B6-E6FA908B7CA6}"/>
              </a:ext>
            </a:extLst>
          </p:cNvPr>
          <p:cNvSpPr>
            <a:spLocks noGrp="1"/>
          </p:cNvSpPr>
          <p:nvPr>
            <p:ph type="dt" sz="half" idx="10"/>
          </p:nvPr>
        </p:nvSpPr>
        <p:spPr/>
        <p:txBody>
          <a:bodyPr/>
          <a:lstStyle/>
          <a:p>
            <a:fld id="{DE3951B7-5837-40D7-A284-C287FC16DA88}" type="datetimeFigureOut">
              <a:rPr lang="en-IN" smtClean="0"/>
              <a:t>14-05-2026</a:t>
            </a:fld>
            <a:endParaRPr lang="en-IN"/>
          </a:p>
        </p:txBody>
      </p:sp>
      <p:sp>
        <p:nvSpPr>
          <p:cNvPr id="5" name="Footer Placeholder 4">
            <a:extLst>
              <a:ext uri="{FF2B5EF4-FFF2-40B4-BE49-F238E27FC236}">
                <a16:creationId xmlns:a16="http://schemas.microsoft.com/office/drawing/2014/main" id="{5B68AEBC-EDF6-63AC-4CFA-1BE1B029BCF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3BCECBF-E139-8E1C-01BB-61F2B96E391D}"/>
              </a:ext>
            </a:extLst>
          </p:cNvPr>
          <p:cNvSpPr>
            <a:spLocks noGrp="1"/>
          </p:cNvSpPr>
          <p:nvPr>
            <p:ph type="sldNum" sz="quarter" idx="12"/>
          </p:nvPr>
        </p:nvSpPr>
        <p:spPr/>
        <p:txBody>
          <a:bodyPr/>
          <a:lstStyle/>
          <a:p>
            <a:fld id="{FEFB1823-63EE-423F-9C0B-A09E9E56188F}" type="slidenum">
              <a:rPr lang="en-IN" smtClean="0"/>
              <a:t>‹#›</a:t>
            </a:fld>
            <a:endParaRPr lang="en-IN"/>
          </a:p>
        </p:txBody>
      </p:sp>
    </p:spTree>
    <p:extLst>
      <p:ext uri="{BB962C8B-B14F-4D97-AF65-F5344CB8AC3E}">
        <p14:creationId xmlns:p14="http://schemas.microsoft.com/office/powerpoint/2010/main" val="29681420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705C3C-E5CB-E1AC-5075-6598E357D6B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DA4FAD7-3990-E3C2-5AC1-8986E97AFE1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7242DD7-08B1-B94E-2ABD-678AAA4939A7}"/>
              </a:ext>
            </a:extLst>
          </p:cNvPr>
          <p:cNvSpPr>
            <a:spLocks noGrp="1"/>
          </p:cNvSpPr>
          <p:nvPr>
            <p:ph type="dt" sz="half" idx="10"/>
          </p:nvPr>
        </p:nvSpPr>
        <p:spPr/>
        <p:txBody>
          <a:bodyPr/>
          <a:lstStyle/>
          <a:p>
            <a:fld id="{DE3951B7-5837-40D7-A284-C287FC16DA88}" type="datetimeFigureOut">
              <a:rPr lang="en-IN" smtClean="0"/>
              <a:t>14-05-2026</a:t>
            </a:fld>
            <a:endParaRPr lang="en-IN"/>
          </a:p>
        </p:txBody>
      </p:sp>
      <p:sp>
        <p:nvSpPr>
          <p:cNvPr id="5" name="Footer Placeholder 4">
            <a:extLst>
              <a:ext uri="{FF2B5EF4-FFF2-40B4-BE49-F238E27FC236}">
                <a16:creationId xmlns:a16="http://schemas.microsoft.com/office/drawing/2014/main" id="{F9DFD87B-2F6F-D3F4-9F94-66BF64FBFC0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F6CC31F-3E1B-7885-AD43-EA282AAC88E9}"/>
              </a:ext>
            </a:extLst>
          </p:cNvPr>
          <p:cNvSpPr>
            <a:spLocks noGrp="1"/>
          </p:cNvSpPr>
          <p:nvPr>
            <p:ph type="sldNum" sz="quarter" idx="12"/>
          </p:nvPr>
        </p:nvSpPr>
        <p:spPr/>
        <p:txBody>
          <a:bodyPr/>
          <a:lstStyle/>
          <a:p>
            <a:fld id="{FEFB1823-63EE-423F-9C0B-A09E9E56188F}" type="slidenum">
              <a:rPr lang="en-IN" smtClean="0"/>
              <a:t>‹#›</a:t>
            </a:fld>
            <a:endParaRPr lang="en-IN"/>
          </a:p>
        </p:txBody>
      </p:sp>
    </p:spTree>
    <p:extLst>
      <p:ext uri="{BB962C8B-B14F-4D97-AF65-F5344CB8AC3E}">
        <p14:creationId xmlns:p14="http://schemas.microsoft.com/office/powerpoint/2010/main" val="12436894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8E088-C259-1B15-24DD-48B86E8D5BD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2488D6F-7CB0-2865-F95B-6AA4088376D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0126398-B9F7-E889-ABC4-F87D634A8BD4}"/>
              </a:ext>
            </a:extLst>
          </p:cNvPr>
          <p:cNvSpPr>
            <a:spLocks noGrp="1"/>
          </p:cNvSpPr>
          <p:nvPr>
            <p:ph type="dt" sz="half" idx="10"/>
          </p:nvPr>
        </p:nvSpPr>
        <p:spPr/>
        <p:txBody>
          <a:bodyPr/>
          <a:lstStyle/>
          <a:p>
            <a:fld id="{DE3951B7-5837-40D7-A284-C287FC16DA88}" type="datetimeFigureOut">
              <a:rPr lang="en-IN" smtClean="0"/>
              <a:t>14-05-2026</a:t>
            </a:fld>
            <a:endParaRPr lang="en-IN"/>
          </a:p>
        </p:txBody>
      </p:sp>
      <p:sp>
        <p:nvSpPr>
          <p:cNvPr id="5" name="Footer Placeholder 4">
            <a:extLst>
              <a:ext uri="{FF2B5EF4-FFF2-40B4-BE49-F238E27FC236}">
                <a16:creationId xmlns:a16="http://schemas.microsoft.com/office/drawing/2014/main" id="{85F8AB88-7BFD-433F-C460-0FAB5FB996A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11390A4-BACD-2B53-F233-CB069A309719}"/>
              </a:ext>
            </a:extLst>
          </p:cNvPr>
          <p:cNvSpPr>
            <a:spLocks noGrp="1"/>
          </p:cNvSpPr>
          <p:nvPr>
            <p:ph type="sldNum" sz="quarter" idx="12"/>
          </p:nvPr>
        </p:nvSpPr>
        <p:spPr/>
        <p:txBody>
          <a:bodyPr/>
          <a:lstStyle/>
          <a:p>
            <a:fld id="{FEFB1823-63EE-423F-9C0B-A09E9E56188F}" type="slidenum">
              <a:rPr lang="en-IN" smtClean="0"/>
              <a:t>‹#›</a:t>
            </a:fld>
            <a:endParaRPr lang="en-IN"/>
          </a:p>
        </p:txBody>
      </p:sp>
    </p:spTree>
    <p:extLst>
      <p:ext uri="{BB962C8B-B14F-4D97-AF65-F5344CB8AC3E}">
        <p14:creationId xmlns:p14="http://schemas.microsoft.com/office/powerpoint/2010/main" val="28554197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D82A9-321F-E0A1-32AE-C65401AEF15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BA53D1C-F74D-DC94-1252-10E99679BFD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DD82A62-47B5-F991-A193-EAEA999277B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972645D-29CE-B9CE-6538-E556E664769C}"/>
              </a:ext>
            </a:extLst>
          </p:cNvPr>
          <p:cNvSpPr>
            <a:spLocks noGrp="1"/>
          </p:cNvSpPr>
          <p:nvPr>
            <p:ph type="dt" sz="half" idx="10"/>
          </p:nvPr>
        </p:nvSpPr>
        <p:spPr/>
        <p:txBody>
          <a:bodyPr/>
          <a:lstStyle/>
          <a:p>
            <a:fld id="{DE3951B7-5837-40D7-A284-C287FC16DA88}" type="datetimeFigureOut">
              <a:rPr lang="en-IN" smtClean="0"/>
              <a:t>14-05-2026</a:t>
            </a:fld>
            <a:endParaRPr lang="en-IN"/>
          </a:p>
        </p:txBody>
      </p:sp>
      <p:sp>
        <p:nvSpPr>
          <p:cNvPr id="6" name="Footer Placeholder 5">
            <a:extLst>
              <a:ext uri="{FF2B5EF4-FFF2-40B4-BE49-F238E27FC236}">
                <a16:creationId xmlns:a16="http://schemas.microsoft.com/office/drawing/2014/main" id="{9DF01852-0898-A685-8F66-0160DE6CF7B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9D64B9E-1CCE-D116-E634-AC97DEF94585}"/>
              </a:ext>
            </a:extLst>
          </p:cNvPr>
          <p:cNvSpPr>
            <a:spLocks noGrp="1"/>
          </p:cNvSpPr>
          <p:nvPr>
            <p:ph type="sldNum" sz="quarter" idx="12"/>
          </p:nvPr>
        </p:nvSpPr>
        <p:spPr/>
        <p:txBody>
          <a:bodyPr/>
          <a:lstStyle/>
          <a:p>
            <a:fld id="{FEFB1823-63EE-423F-9C0B-A09E9E56188F}" type="slidenum">
              <a:rPr lang="en-IN" smtClean="0"/>
              <a:t>‹#›</a:t>
            </a:fld>
            <a:endParaRPr lang="en-IN"/>
          </a:p>
        </p:txBody>
      </p:sp>
    </p:spTree>
    <p:extLst>
      <p:ext uri="{BB962C8B-B14F-4D97-AF65-F5344CB8AC3E}">
        <p14:creationId xmlns:p14="http://schemas.microsoft.com/office/powerpoint/2010/main" val="27047001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DF0C4-56D7-97D8-B65A-32DC4CD6F09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5F0A92B-5101-242C-B7A9-D4D63473002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ACAA1FF-B705-F5E5-039A-7D3D3EBC945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1B7B87A-D0E8-5AB0-6422-323CAF95060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934ACD4-C1AF-810E-8452-C21904BF7E7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839F5C8-5AB8-9C8E-66C3-A3EEEEA4BBEE}"/>
              </a:ext>
            </a:extLst>
          </p:cNvPr>
          <p:cNvSpPr>
            <a:spLocks noGrp="1"/>
          </p:cNvSpPr>
          <p:nvPr>
            <p:ph type="dt" sz="half" idx="10"/>
          </p:nvPr>
        </p:nvSpPr>
        <p:spPr/>
        <p:txBody>
          <a:bodyPr/>
          <a:lstStyle/>
          <a:p>
            <a:fld id="{DE3951B7-5837-40D7-A284-C287FC16DA88}" type="datetimeFigureOut">
              <a:rPr lang="en-IN" smtClean="0"/>
              <a:t>14-05-2026</a:t>
            </a:fld>
            <a:endParaRPr lang="en-IN"/>
          </a:p>
        </p:txBody>
      </p:sp>
      <p:sp>
        <p:nvSpPr>
          <p:cNvPr id="8" name="Footer Placeholder 7">
            <a:extLst>
              <a:ext uri="{FF2B5EF4-FFF2-40B4-BE49-F238E27FC236}">
                <a16:creationId xmlns:a16="http://schemas.microsoft.com/office/drawing/2014/main" id="{5C8E9F62-A62B-A38C-261D-6D5C8E05ABE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0C15F34-AFB0-AAB5-1261-FD33BD15EB6B}"/>
              </a:ext>
            </a:extLst>
          </p:cNvPr>
          <p:cNvSpPr>
            <a:spLocks noGrp="1"/>
          </p:cNvSpPr>
          <p:nvPr>
            <p:ph type="sldNum" sz="quarter" idx="12"/>
          </p:nvPr>
        </p:nvSpPr>
        <p:spPr/>
        <p:txBody>
          <a:bodyPr/>
          <a:lstStyle/>
          <a:p>
            <a:fld id="{FEFB1823-63EE-423F-9C0B-A09E9E56188F}" type="slidenum">
              <a:rPr lang="en-IN" smtClean="0"/>
              <a:t>‹#›</a:t>
            </a:fld>
            <a:endParaRPr lang="en-IN"/>
          </a:p>
        </p:txBody>
      </p:sp>
    </p:spTree>
    <p:extLst>
      <p:ext uri="{BB962C8B-B14F-4D97-AF65-F5344CB8AC3E}">
        <p14:creationId xmlns:p14="http://schemas.microsoft.com/office/powerpoint/2010/main" val="41120157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85D56-D3BE-701B-1214-7E5D651C7AB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81D6B9F-9BD1-103F-ABCA-DF4DCCA2E4B8}"/>
              </a:ext>
            </a:extLst>
          </p:cNvPr>
          <p:cNvSpPr>
            <a:spLocks noGrp="1"/>
          </p:cNvSpPr>
          <p:nvPr>
            <p:ph type="dt" sz="half" idx="10"/>
          </p:nvPr>
        </p:nvSpPr>
        <p:spPr/>
        <p:txBody>
          <a:bodyPr/>
          <a:lstStyle/>
          <a:p>
            <a:fld id="{DE3951B7-5837-40D7-A284-C287FC16DA88}" type="datetimeFigureOut">
              <a:rPr lang="en-IN" smtClean="0"/>
              <a:t>14-05-2026</a:t>
            </a:fld>
            <a:endParaRPr lang="en-IN"/>
          </a:p>
        </p:txBody>
      </p:sp>
      <p:sp>
        <p:nvSpPr>
          <p:cNvPr id="4" name="Footer Placeholder 3">
            <a:extLst>
              <a:ext uri="{FF2B5EF4-FFF2-40B4-BE49-F238E27FC236}">
                <a16:creationId xmlns:a16="http://schemas.microsoft.com/office/drawing/2014/main" id="{E2FBD1A5-7978-8CC4-F4AD-86F85F4FD30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FE34CBB-E71E-B716-8314-EE88D6AA7F6F}"/>
              </a:ext>
            </a:extLst>
          </p:cNvPr>
          <p:cNvSpPr>
            <a:spLocks noGrp="1"/>
          </p:cNvSpPr>
          <p:nvPr>
            <p:ph type="sldNum" sz="quarter" idx="12"/>
          </p:nvPr>
        </p:nvSpPr>
        <p:spPr/>
        <p:txBody>
          <a:bodyPr/>
          <a:lstStyle/>
          <a:p>
            <a:fld id="{FEFB1823-63EE-423F-9C0B-A09E9E56188F}" type="slidenum">
              <a:rPr lang="en-IN" smtClean="0"/>
              <a:t>‹#›</a:t>
            </a:fld>
            <a:endParaRPr lang="en-IN"/>
          </a:p>
        </p:txBody>
      </p:sp>
    </p:spTree>
    <p:extLst>
      <p:ext uri="{BB962C8B-B14F-4D97-AF65-F5344CB8AC3E}">
        <p14:creationId xmlns:p14="http://schemas.microsoft.com/office/powerpoint/2010/main" val="14349956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BC5688E-AB59-8DAE-2884-E5EF629A4270}"/>
              </a:ext>
            </a:extLst>
          </p:cNvPr>
          <p:cNvSpPr>
            <a:spLocks noGrp="1"/>
          </p:cNvSpPr>
          <p:nvPr>
            <p:ph type="dt" sz="half" idx="10"/>
          </p:nvPr>
        </p:nvSpPr>
        <p:spPr/>
        <p:txBody>
          <a:bodyPr/>
          <a:lstStyle/>
          <a:p>
            <a:fld id="{DE3951B7-5837-40D7-A284-C287FC16DA88}" type="datetimeFigureOut">
              <a:rPr lang="en-IN" smtClean="0"/>
              <a:t>14-05-2026</a:t>
            </a:fld>
            <a:endParaRPr lang="en-IN"/>
          </a:p>
        </p:txBody>
      </p:sp>
      <p:sp>
        <p:nvSpPr>
          <p:cNvPr id="3" name="Footer Placeholder 2">
            <a:extLst>
              <a:ext uri="{FF2B5EF4-FFF2-40B4-BE49-F238E27FC236}">
                <a16:creationId xmlns:a16="http://schemas.microsoft.com/office/drawing/2014/main" id="{041768F9-268D-1E21-05D9-7901D4E1F18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38CE354-DFC3-EA2B-05DA-B7154B671742}"/>
              </a:ext>
            </a:extLst>
          </p:cNvPr>
          <p:cNvSpPr>
            <a:spLocks noGrp="1"/>
          </p:cNvSpPr>
          <p:nvPr>
            <p:ph type="sldNum" sz="quarter" idx="12"/>
          </p:nvPr>
        </p:nvSpPr>
        <p:spPr/>
        <p:txBody>
          <a:bodyPr/>
          <a:lstStyle/>
          <a:p>
            <a:fld id="{FEFB1823-63EE-423F-9C0B-A09E9E56188F}" type="slidenum">
              <a:rPr lang="en-IN" smtClean="0"/>
              <a:t>‹#›</a:t>
            </a:fld>
            <a:endParaRPr lang="en-IN"/>
          </a:p>
        </p:txBody>
      </p:sp>
    </p:spTree>
    <p:extLst>
      <p:ext uri="{BB962C8B-B14F-4D97-AF65-F5344CB8AC3E}">
        <p14:creationId xmlns:p14="http://schemas.microsoft.com/office/powerpoint/2010/main" val="40016607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3689D5-7CAB-6DAD-6135-F1992073842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54C5F0A-FFDB-1DC2-DFF8-0170175F4A8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880B083-D805-128F-1AD0-3EDB6BDA9C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38B8BB7-5843-D4B9-B866-B8FA5FEB9414}"/>
              </a:ext>
            </a:extLst>
          </p:cNvPr>
          <p:cNvSpPr>
            <a:spLocks noGrp="1"/>
          </p:cNvSpPr>
          <p:nvPr>
            <p:ph type="dt" sz="half" idx="10"/>
          </p:nvPr>
        </p:nvSpPr>
        <p:spPr/>
        <p:txBody>
          <a:bodyPr/>
          <a:lstStyle/>
          <a:p>
            <a:fld id="{DE3951B7-5837-40D7-A284-C287FC16DA88}" type="datetimeFigureOut">
              <a:rPr lang="en-IN" smtClean="0"/>
              <a:t>14-05-2026</a:t>
            </a:fld>
            <a:endParaRPr lang="en-IN"/>
          </a:p>
        </p:txBody>
      </p:sp>
      <p:sp>
        <p:nvSpPr>
          <p:cNvPr id="6" name="Footer Placeholder 5">
            <a:extLst>
              <a:ext uri="{FF2B5EF4-FFF2-40B4-BE49-F238E27FC236}">
                <a16:creationId xmlns:a16="http://schemas.microsoft.com/office/drawing/2014/main" id="{392E135F-BAC6-0E3E-177C-32D8BDDC363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BC0EA9F-2F5B-1AF1-D4F7-6D323EB31555}"/>
              </a:ext>
            </a:extLst>
          </p:cNvPr>
          <p:cNvSpPr>
            <a:spLocks noGrp="1"/>
          </p:cNvSpPr>
          <p:nvPr>
            <p:ph type="sldNum" sz="quarter" idx="12"/>
          </p:nvPr>
        </p:nvSpPr>
        <p:spPr/>
        <p:txBody>
          <a:bodyPr/>
          <a:lstStyle/>
          <a:p>
            <a:fld id="{FEFB1823-63EE-423F-9C0B-A09E9E56188F}" type="slidenum">
              <a:rPr lang="en-IN" smtClean="0"/>
              <a:t>‹#›</a:t>
            </a:fld>
            <a:endParaRPr lang="en-IN"/>
          </a:p>
        </p:txBody>
      </p:sp>
    </p:spTree>
    <p:extLst>
      <p:ext uri="{BB962C8B-B14F-4D97-AF65-F5344CB8AC3E}">
        <p14:creationId xmlns:p14="http://schemas.microsoft.com/office/powerpoint/2010/main" val="1934804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4BBF40-4204-64E8-7276-9B517739B89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B697FF5-D6D5-724B-CEFD-BD7215B333B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IN"/>
          </a:p>
        </p:txBody>
      </p:sp>
      <p:sp>
        <p:nvSpPr>
          <p:cNvPr id="4" name="Text Placeholder 3">
            <a:extLst>
              <a:ext uri="{FF2B5EF4-FFF2-40B4-BE49-F238E27FC236}">
                <a16:creationId xmlns:a16="http://schemas.microsoft.com/office/drawing/2014/main" id="{1C3A8281-B8F7-1828-ACEA-CF423F1AC5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9F86139-531D-1AE6-86D9-3716715F7B9E}"/>
              </a:ext>
            </a:extLst>
          </p:cNvPr>
          <p:cNvSpPr>
            <a:spLocks noGrp="1"/>
          </p:cNvSpPr>
          <p:nvPr>
            <p:ph type="dt" sz="half" idx="10"/>
          </p:nvPr>
        </p:nvSpPr>
        <p:spPr/>
        <p:txBody>
          <a:bodyPr/>
          <a:lstStyle/>
          <a:p>
            <a:fld id="{DE3951B7-5837-40D7-A284-C287FC16DA88}" type="datetimeFigureOut">
              <a:rPr lang="en-IN" smtClean="0"/>
              <a:t>14-05-2026</a:t>
            </a:fld>
            <a:endParaRPr lang="en-IN"/>
          </a:p>
        </p:txBody>
      </p:sp>
      <p:sp>
        <p:nvSpPr>
          <p:cNvPr id="6" name="Footer Placeholder 5">
            <a:extLst>
              <a:ext uri="{FF2B5EF4-FFF2-40B4-BE49-F238E27FC236}">
                <a16:creationId xmlns:a16="http://schemas.microsoft.com/office/drawing/2014/main" id="{8C61E5B8-500B-26D0-0210-C0E211F0EF9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528B9F0-D9E6-03EB-7D80-963CCE769687}"/>
              </a:ext>
            </a:extLst>
          </p:cNvPr>
          <p:cNvSpPr>
            <a:spLocks noGrp="1"/>
          </p:cNvSpPr>
          <p:nvPr>
            <p:ph type="sldNum" sz="quarter" idx="12"/>
          </p:nvPr>
        </p:nvSpPr>
        <p:spPr/>
        <p:txBody>
          <a:bodyPr/>
          <a:lstStyle/>
          <a:p>
            <a:fld id="{FEFB1823-63EE-423F-9C0B-A09E9E56188F}" type="slidenum">
              <a:rPr lang="en-IN" smtClean="0"/>
              <a:t>‹#›</a:t>
            </a:fld>
            <a:endParaRPr lang="en-IN"/>
          </a:p>
        </p:txBody>
      </p:sp>
    </p:spTree>
    <p:extLst>
      <p:ext uri="{BB962C8B-B14F-4D97-AF65-F5344CB8AC3E}">
        <p14:creationId xmlns:p14="http://schemas.microsoft.com/office/powerpoint/2010/main" val="12699496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CB0EB8-E414-9BC7-48BE-1776C9384A5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04AD3B2-18EE-9656-EAE6-BE7753A19B2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5F19176-4931-37D5-9EEC-F07117BA9B24}"/>
              </a:ext>
            </a:extLst>
          </p:cNvPr>
          <p:cNvSpPr>
            <a:spLocks noGrp="1"/>
          </p:cNvSpPr>
          <p:nvPr>
            <p:ph type="dt" sz="half" idx="10"/>
          </p:nvPr>
        </p:nvSpPr>
        <p:spPr/>
        <p:txBody>
          <a:bodyPr/>
          <a:lstStyle/>
          <a:p>
            <a:fld id="{DE3951B7-5837-40D7-A284-C287FC16DA88}" type="datetimeFigureOut">
              <a:rPr lang="en-IN" smtClean="0"/>
              <a:t>14-05-2026</a:t>
            </a:fld>
            <a:endParaRPr lang="en-IN"/>
          </a:p>
        </p:txBody>
      </p:sp>
      <p:sp>
        <p:nvSpPr>
          <p:cNvPr id="5" name="Footer Placeholder 4">
            <a:extLst>
              <a:ext uri="{FF2B5EF4-FFF2-40B4-BE49-F238E27FC236}">
                <a16:creationId xmlns:a16="http://schemas.microsoft.com/office/drawing/2014/main" id="{31553CDB-9B73-D22B-D6E5-5874702FDCF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FE93564-CC18-A893-3A96-B70983C338CB}"/>
              </a:ext>
            </a:extLst>
          </p:cNvPr>
          <p:cNvSpPr>
            <a:spLocks noGrp="1"/>
          </p:cNvSpPr>
          <p:nvPr>
            <p:ph type="sldNum" sz="quarter" idx="12"/>
          </p:nvPr>
        </p:nvSpPr>
        <p:spPr/>
        <p:txBody>
          <a:bodyPr/>
          <a:lstStyle/>
          <a:p>
            <a:fld id="{FEFB1823-63EE-423F-9C0B-A09E9E56188F}" type="slidenum">
              <a:rPr lang="en-IN" smtClean="0"/>
              <a:t>‹#›</a:t>
            </a:fld>
            <a:endParaRPr lang="en-IN"/>
          </a:p>
        </p:txBody>
      </p:sp>
    </p:spTree>
    <p:extLst>
      <p:ext uri="{BB962C8B-B14F-4D97-AF65-F5344CB8AC3E}">
        <p14:creationId xmlns:p14="http://schemas.microsoft.com/office/powerpoint/2010/main" val="38734873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F879067-8136-6E57-521F-988B646B031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5ED5EE2-5762-8094-1C4D-A130F6422C4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B14964D-7E8D-F152-81DB-B173DBA1F3D9}"/>
              </a:ext>
            </a:extLst>
          </p:cNvPr>
          <p:cNvSpPr>
            <a:spLocks noGrp="1"/>
          </p:cNvSpPr>
          <p:nvPr>
            <p:ph type="dt" sz="half" idx="10"/>
          </p:nvPr>
        </p:nvSpPr>
        <p:spPr/>
        <p:txBody>
          <a:bodyPr/>
          <a:lstStyle/>
          <a:p>
            <a:fld id="{DE3951B7-5837-40D7-A284-C287FC16DA88}" type="datetimeFigureOut">
              <a:rPr lang="en-IN" smtClean="0"/>
              <a:t>14-05-2026</a:t>
            </a:fld>
            <a:endParaRPr lang="en-IN"/>
          </a:p>
        </p:txBody>
      </p:sp>
      <p:sp>
        <p:nvSpPr>
          <p:cNvPr id="5" name="Footer Placeholder 4">
            <a:extLst>
              <a:ext uri="{FF2B5EF4-FFF2-40B4-BE49-F238E27FC236}">
                <a16:creationId xmlns:a16="http://schemas.microsoft.com/office/drawing/2014/main" id="{8DFBCC3E-FF27-2B0A-82BD-F20AD505E55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CCE67CF-BCE8-6D8D-5682-6C99ACB7361A}"/>
              </a:ext>
            </a:extLst>
          </p:cNvPr>
          <p:cNvSpPr>
            <a:spLocks noGrp="1"/>
          </p:cNvSpPr>
          <p:nvPr>
            <p:ph type="sldNum" sz="quarter" idx="12"/>
          </p:nvPr>
        </p:nvSpPr>
        <p:spPr/>
        <p:txBody>
          <a:bodyPr/>
          <a:lstStyle/>
          <a:p>
            <a:fld id="{FEFB1823-63EE-423F-9C0B-A09E9E56188F}" type="slidenum">
              <a:rPr lang="en-IN" smtClean="0"/>
              <a:t>‹#›</a:t>
            </a:fld>
            <a:endParaRPr lang="en-IN"/>
          </a:p>
        </p:txBody>
      </p:sp>
    </p:spTree>
    <p:extLst>
      <p:ext uri="{BB962C8B-B14F-4D97-AF65-F5344CB8AC3E}">
        <p14:creationId xmlns:p14="http://schemas.microsoft.com/office/powerpoint/2010/main" val="14695494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A4A77-C0EC-E90C-087A-E71757299BE7}"/>
              </a:ext>
            </a:extLst>
          </p:cNvPr>
          <p:cNvSpPr>
            <a:spLocks noGrp="1"/>
          </p:cNvSpPr>
          <p:nvPr>
            <p:ph type="ctrTitle"/>
          </p:nvPr>
        </p:nvSpPr>
        <p:spPr>
          <a:xfrm>
            <a:off x="609600" y="3926541"/>
            <a:ext cx="10972800" cy="1663044"/>
          </a:xfrm>
          <a:prstGeom prst="rect">
            <a:avLst/>
          </a:prstGeom>
        </p:spPr>
        <p:txBody>
          <a:bodyPr anchor="b"/>
          <a:lstStyle>
            <a:lvl1pPr algn="l">
              <a:defRPr sz="6000"/>
            </a:lvl1pPr>
          </a:lstStyle>
          <a:p>
            <a:r>
              <a:rPr lang="en-US" dirty="0"/>
              <a:t>Click to edit Master title style</a:t>
            </a:r>
          </a:p>
        </p:txBody>
      </p:sp>
      <p:sp>
        <p:nvSpPr>
          <p:cNvPr id="3" name="Subtitle 2">
            <a:extLst>
              <a:ext uri="{FF2B5EF4-FFF2-40B4-BE49-F238E27FC236}">
                <a16:creationId xmlns:a16="http://schemas.microsoft.com/office/drawing/2014/main" id="{C65AB453-76B0-1DBA-9EE3-645CA98047EC}"/>
              </a:ext>
            </a:extLst>
          </p:cNvPr>
          <p:cNvSpPr>
            <a:spLocks noGrp="1"/>
          </p:cNvSpPr>
          <p:nvPr>
            <p:ph type="subTitle" idx="1"/>
          </p:nvPr>
        </p:nvSpPr>
        <p:spPr>
          <a:xfrm>
            <a:off x="609600" y="5735636"/>
            <a:ext cx="10972800" cy="474663"/>
          </a:xfrm>
        </p:spPr>
        <p:txBody>
          <a:bodyPr anchor="b"/>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ru-RU" dirty="0"/>
          </a:p>
        </p:txBody>
      </p:sp>
      <p:sp>
        <p:nvSpPr>
          <p:cNvPr id="4" name="Date Placeholder 3">
            <a:extLst>
              <a:ext uri="{FF2B5EF4-FFF2-40B4-BE49-F238E27FC236}">
                <a16:creationId xmlns:a16="http://schemas.microsoft.com/office/drawing/2014/main" id="{F6729D4B-20DA-C5A9-370C-5C556DC7C209}"/>
              </a:ext>
            </a:extLst>
          </p:cNvPr>
          <p:cNvSpPr>
            <a:spLocks noGrp="1"/>
          </p:cNvSpPr>
          <p:nvPr>
            <p:ph type="dt" sz="half" idx="10"/>
          </p:nvPr>
        </p:nvSpPr>
        <p:spPr/>
        <p:txBody>
          <a:bodyPr/>
          <a:lstStyle/>
          <a:p>
            <a:fld id="{AA8A0EC6-5648-844A-8827-911B00959032}" type="datetimeFigureOut">
              <a:rPr lang="en-US" smtClean="0"/>
              <a:t>5/14/2026</a:t>
            </a:fld>
            <a:endParaRPr lang="en-US"/>
          </a:p>
        </p:txBody>
      </p:sp>
      <p:sp>
        <p:nvSpPr>
          <p:cNvPr id="5" name="Footer Placeholder 4">
            <a:extLst>
              <a:ext uri="{FF2B5EF4-FFF2-40B4-BE49-F238E27FC236}">
                <a16:creationId xmlns:a16="http://schemas.microsoft.com/office/drawing/2014/main" id="{ACC23F1A-779F-4295-3160-E943DBC0453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Picture Placeholder 8">
            <a:extLst>
              <a:ext uri="{FF2B5EF4-FFF2-40B4-BE49-F238E27FC236}">
                <a16:creationId xmlns:a16="http://schemas.microsoft.com/office/drawing/2014/main" id="{0849934F-55C5-A548-E041-1CB8C42DF0E6}"/>
              </a:ext>
            </a:extLst>
          </p:cNvPr>
          <p:cNvSpPr>
            <a:spLocks noGrp="1"/>
          </p:cNvSpPr>
          <p:nvPr>
            <p:ph type="pic" sz="quarter" idx="13"/>
          </p:nvPr>
        </p:nvSpPr>
        <p:spPr>
          <a:xfrm>
            <a:off x="0" y="0"/>
            <a:ext cx="12192000" cy="3926541"/>
          </a:xfrm>
        </p:spPr>
        <p:txBody>
          <a:bodyPr/>
          <a:lstStyle/>
          <a:p>
            <a:r>
              <a:rPr lang="en-US" dirty="0"/>
              <a:t>Click icon to add picture</a:t>
            </a:r>
          </a:p>
        </p:txBody>
      </p:sp>
    </p:spTree>
    <p:extLst>
      <p:ext uri="{BB962C8B-B14F-4D97-AF65-F5344CB8AC3E}">
        <p14:creationId xmlns:p14="http://schemas.microsoft.com/office/powerpoint/2010/main" val="125023431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DBA23-25B7-954B-D646-B91AE0381109}"/>
              </a:ext>
            </a:extLst>
          </p:cNvPr>
          <p:cNvSpPr>
            <a:spLocks noGrp="1"/>
          </p:cNvSpPr>
          <p:nvPr>
            <p:ph type="title"/>
          </p:nvPr>
        </p:nvSpPr>
        <p:spPr>
          <a:xfrm>
            <a:off x="609600" y="363537"/>
            <a:ext cx="10972800" cy="1230485"/>
          </a:xfrm>
          <a:prstGeom prst="rect">
            <a:avLst/>
          </a:prstGeom>
        </p:spPr>
        <p:txBody>
          <a:bodyPr/>
          <a:lstStyle/>
          <a:p>
            <a:r>
              <a:rPr lang="en-US" dirty="0"/>
              <a:t>Click to edit Master title style</a:t>
            </a:r>
          </a:p>
        </p:txBody>
      </p:sp>
      <p:sp>
        <p:nvSpPr>
          <p:cNvPr id="14" name="Text Placeholder 2">
            <a:extLst>
              <a:ext uri="{FF2B5EF4-FFF2-40B4-BE49-F238E27FC236}">
                <a16:creationId xmlns:a16="http://schemas.microsoft.com/office/drawing/2014/main" id="{121325FB-E0FE-AAA4-853C-618899B58156}"/>
              </a:ext>
            </a:extLst>
          </p:cNvPr>
          <p:cNvSpPr>
            <a:spLocks noGrp="1"/>
          </p:cNvSpPr>
          <p:nvPr>
            <p:ph type="body" idx="1"/>
          </p:nvPr>
        </p:nvSpPr>
        <p:spPr>
          <a:xfrm>
            <a:off x="960665" y="1610518"/>
            <a:ext cx="5157787" cy="593840"/>
          </a:xfrm>
        </p:spPr>
        <p:txBody>
          <a:bodyPr anchor="b">
            <a:normAutofit/>
          </a:bodyPr>
          <a:lstStyle>
            <a:lvl1pPr marL="0" indent="0">
              <a:buNone/>
              <a:defRPr sz="2000" b="1">
                <a:latin typeface="Calibri" panose="020F0502020204030204" pitchFamily="34" charset="0"/>
                <a:cs typeface="Calibri" panose="020F050202020403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5" name="Text Placeholder 3">
            <a:extLst>
              <a:ext uri="{FF2B5EF4-FFF2-40B4-BE49-F238E27FC236}">
                <a16:creationId xmlns:a16="http://schemas.microsoft.com/office/drawing/2014/main" id="{D2B210CD-96D1-D9FB-6DF0-62266CCB6FFD}"/>
              </a:ext>
            </a:extLst>
          </p:cNvPr>
          <p:cNvSpPr>
            <a:spLocks noGrp="1"/>
          </p:cNvSpPr>
          <p:nvPr>
            <p:ph type="body" sz="half" idx="2"/>
          </p:nvPr>
        </p:nvSpPr>
        <p:spPr>
          <a:xfrm>
            <a:off x="960665" y="2222065"/>
            <a:ext cx="5157786" cy="702959"/>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19" name="Text Placeholder 2">
            <a:extLst>
              <a:ext uri="{FF2B5EF4-FFF2-40B4-BE49-F238E27FC236}">
                <a16:creationId xmlns:a16="http://schemas.microsoft.com/office/drawing/2014/main" id="{D7745948-92EA-3E8A-1DBC-45422E918504}"/>
              </a:ext>
            </a:extLst>
          </p:cNvPr>
          <p:cNvSpPr>
            <a:spLocks noGrp="1"/>
          </p:cNvSpPr>
          <p:nvPr>
            <p:ph type="body" idx="13"/>
          </p:nvPr>
        </p:nvSpPr>
        <p:spPr>
          <a:xfrm>
            <a:off x="2209800" y="3262768"/>
            <a:ext cx="5157787" cy="593840"/>
          </a:xfrm>
        </p:spPr>
        <p:txBody>
          <a:bodyPr anchor="b">
            <a:normAutofit/>
          </a:bodyPr>
          <a:lstStyle>
            <a:lvl1pPr marL="0" indent="0">
              <a:buNone/>
              <a:defRPr sz="2000" b="1">
                <a:latin typeface="Calibri" panose="020F0502020204030204" pitchFamily="34" charset="0"/>
                <a:cs typeface="Calibri" panose="020F050202020403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0" name="Text Placeholder 3">
            <a:extLst>
              <a:ext uri="{FF2B5EF4-FFF2-40B4-BE49-F238E27FC236}">
                <a16:creationId xmlns:a16="http://schemas.microsoft.com/office/drawing/2014/main" id="{87155554-9334-F8D5-FA7F-80CF2FB3BC78}"/>
              </a:ext>
            </a:extLst>
          </p:cNvPr>
          <p:cNvSpPr>
            <a:spLocks noGrp="1"/>
          </p:cNvSpPr>
          <p:nvPr>
            <p:ph type="body" sz="half" idx="14"/>
          </p:nvPr>
        </p:nvSpPr>
        <p:spPr>
          <a:xfrm>
            <a:off x="2209800" y="3874315"/>
            <a:ext cx="5157786" cy="702959"/>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21" name="Text Placeholder 2">
            <a:extLst>
              <a:ext uri="{FF2B5EF4-FFF2-40B4-BE49-F238E27FC236}">
                <a16:creationId xmlns:a16="http://schemas.microsoft.com/office/drawing/2014/main" id="{A44C718E-DBD5-B640-39D2-7860AFE27FFB}"/>
              </a:ext>
            </a:extLst>
          </p:cNvPr>
          <p:cNvSpPr>
            <a:spLocks noGrp="1"/>
          </p:cNvSpPr>
          <p:nvPr>
            <p:ph type="body" idx="15"/>
          </p:nvPr>
        </p:nvSpPr>
        <p:spPr>
          <a:xfrm>
            <a:off x="960666" y="4884397"/>
            <a:ext cx="5157787" cy="593840"/>
          </a:xfrm>
        </p:spPr>
        <p:txBody>
          <a:bodyPr anchor="b">
            <a:normAutofit/>
          </a:bodyPr>
          <a:lstStyle>
            <a:lvl1pPr marL="0" indent="0">
              <a:buNone/>
              <a:defRPr sz="2000" b="1">
                <a:latin typeface="Calibri" panose="020F0502020204030204" pitchFamily="34" charset="0"/>
                <a:cs typeface="Calibri" panose="020F050202020403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2" name="Text Placeholder 3">
            <a:extLst>
              <a:ext uri="{FF2B5EF4-FFF2-40B4-BE49-F238E27FC236}">
                <a16:creationId xmlns:a16="http://schemas.microsoft.com/office/drawing/2014/main" id="{BB073C5F-2FFF-4B6A-E630-E112FB5B952B}"/>
              </a:ext>
            </a:extLst>
          </p:cNvPr>
          <p:cNvSpPr>
            <a:spLocks noGrp="1"/>
          </p:cNvSpPr>
          <p:nvPr>
            <p:ph type="body" sz="half" idx="16"/>
          </p:nvPr>
        </p:nvSpPr>
        <p:spPr>
          <a:xfrm>
            <a:off x="960666" y="5495944"/>
            <a:ext cx="5157786" cy="702959"/>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24" name="Picture Placeholder 23">
            <a:extLst>
              <a:ext uri="{FF2B5EF4-FFF2-40B4-BE49-F238E27FC236}">
                <a16:creationId xmlns:a16="http://schemas.microsoft.com/office/drawing/2014/main" id="{D9276F28-A527-C906-EE7C-5440E0C56B86}"/>
              </a:ext>
            </a:extLst>
          </p:cNvPr>
          <p:cNvSpPr>
            <a:spLocks noGrp="1"/>
          </p:cNvSpPr>
          <p:nvPr>
            <p:ph type="pic" sz="quarter" idx="17"/>
          </p:nvPr>
        </p:nvSpPr>
        <p:spPr>
          <a:xfrm>
            <a:off x="7931490" y="2031153"/>
            <a:ext cx="3650910" cy="3650910"/>
          </a:xfrm>
          <a:prstGeom prst="ellipse">
            <a:avLst/>
          </a:prstGeom>
        </p:spPr>
        <p:txBody>
          <a:bodyPr/>
          <a:lstStyle/>
          <a:p>
            <a:r>
              <a:rPr lang="en-US" dirty="0"/>
              <a:t>Click icon to add picture</a:t>
            </a:r>
          </a:p>
        </p:txBody>
      </p:sp>
      <p:sp>
        <p:nvSpPr>
          <p:cNvPr id="16" name="Date Placeholder 15">
            <a:extLst>
              <a:ext uri="{FF2B5EF4-FFF2-40B4-BE49-F238E27FC236}">
                <a16:creationId xmlns:a16="http://schemas.microsoft.com/office/drawing/2014/main" id="{30843267-C01A-455A-D8A3-E8A7C6CFB0F6}"/>
              </a:ext>
            </a:extLst>
          </p:cNvPr>
          <p:cNvSpPr>
            <a:spLocks noGrp="1"/>
          </p:cNvSpPr>
          <p:nvPr>
            <p:ph type="dt" sz="half" idx="18"/>
          </p:nvPr>
        </p:nvSpPr>
        <p:spPr/>
        <p:txBody>
          <a:bodyPr/>
          <a:lstStyle/>
          <a:p>
            <a:fld id="{AA8A0EC6-5648-844A-8827-911B00959032}" type="datetimeFigureOut">
              <a:rPr lang="en-US" smtClean="0"/>
              <a:t>5/14/2026</a:t>
            </a:fld>
            <a:endParaRPr lang="en-US"/>
          </a:p>
        </p:txBody>
      </p:sp>
      <p:sp>
        <p:nvSpPr>
          <p:cNvPr id="17" name="Footer Placeholder 16">
            <a:extLst>
              <a:ext uri="{FF2B5EF4-FFF2-40B4-BE49-F238E27FC236}">
                <a16:creationId xmlns:a16="http://schemas.microsoft.com/office/drawing/2014/main" id="{1DAE6A71-9FA2-20A0-D992-DEBF7FF3301E}"/>
              </a:ext>
            </a:extLst>
          </p:cNvPr>
          <p:cNvSpPr>
            <a:spLocks noGrp="1"/>
          </p:cNvSpPr>
          <p:nvPr>
            <p:ph type="ftr" sz="quarter" idx="19"/>
          </p:nvPr>
        </p:nvSpPr>
        <p:spPr>
          <a:xfrm>
            <a:off x="4038600" y="6356350"/>
            <a:ext cx="4114800" cy="365125"/>
          </a:xfrm>
          <a:prstGeom prst="rect">
            <a:avLst/>
          </a:prstGeom>
        </p:spPr>
        <p:txBody>
          <a:bodyPr/>
          <a:lstStyle/>
          <a:p>
            <a:endParaRPr lang="en-US"/>
          </a:p>
        </p:txBody>
      </p:sp>
    </p:spTree>
    <p:extLst>
      <p:ext uri="{BB962C8B-B14F-4D97-AF65-F5344CB8AC3E}">
        <p14:creationId xmlns:p14="http://schemas.microsoft.com/office/powerpoint/2010/main" val="39691855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DBA23-25B7-954B-D646-B91AE0381109}"/>
              </a:ext>
            </a:extLst>
          </p:cNvPr>
          <p:cNvSpPr>
            <a:spLocks noGrp="1"/>
          </p:cNvSpPr>
          <p:nvPr>
            <p:ph type="title"/>
          </p:nvPr>
        </p:nvSpPr>
        <p:spPr>
          <a:xfrm>
            <a:off x="609600" y="363537"/>
            <a:ext cx="10972800" cy="1230485"/>
          </a:xfrm>
          <a:prstGeom prst="rect">
            <a:avLst/>
          </a:prstGeom>
        </p:spPr>
        <p:txBody>
          <a:bodyPr/>
          <a:lstStyle/>
          <a:p>
            <a:r>
              <a:rPr lang="en-US" dirty="0"/>
              <a:t>Click to edit Master title style</a:t>
            </a:r>
          </a:p>
        </p:txBody>
      </p:sp>
      <p:sp>
        <p:nvSpPr>
          <p:cNvPr id="4" name="Date Placeholder 3">
            <a:extLst>
              <a:ext uri="{FF2B5EF4-FFF2-40B4-BE49-F238E27FC236}">
                <a16:creationId xmlns:a16="http://schemas.microsoft.com/office/drawing/2014/main" id="{1D8791D4-7662-2DFB-077F-25FC6921C81C}"/>
              </a:ext>
            </a:extLst>
          </p:cNvPr>
          <p:cNvSpPr>
            <a:spLocks noGrp="1"/>
          </p:cNvSpPr>
          <p:nvPr>
            <p:ph type="dt" sz="half" idx="10"/>
          </p:nvPr>
        </p:nvSpPr>
        <p:spPr/>
        <p:txBody>
          <a:bodyPr/>
          <a:lstStyle/>
          <a:p>
            <a:fld id="{AA8A0EC6-5648-844A-8827-911B00959032}" type="datetimeFigureOut">
              <a:rPr lang="en-US" smtClean="0"/>
              <a:t>5/14/2026</a:t>
            </a:fld>
            <a:endParaRPr lang="en-US"/>
          </a:p>
        </p:txBody>
      </p:sp>
      <p:sp>
        <p:nvSpPr>
          <p:cNvPr id="5" name="Footer Placeholder 4">
            <a:extLst>
              <a:ext uri="{FF2B5EF4-FFF2-40B4-BE49-F238E27FC236}">
                <a16:creationId xmlns:a16="http://schemas.microsoft.com/office/drawing/2014/main" id="{10B87723-B8F5-CDD2-6B9D-229B99F039D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24" name="Picture Placeholder 23">
            <a:extLst>
              <a:ext uri="{FF2B5EF4-FFF2-40B4-BE49-F238E27FC236}">
                <a16:creationId xmlns:a16="http://schemas.microsoft.com/office/drawing/2014/main" id="{D9276F28-A527-C906-EE7C-5440E0C56B86}"/>
              </a:ext>
            </a:extLst>
          </p:cNvPr>
          <p:cNvSpPr>
            <a:spLocks noGrp="1"/>
          </p:cNvSpPr>
          <p:nvPr>
            <p:ph type="pic" sz="quarter" idx="17"/>
          </p:nvPr>
        </p:nvSpPr>
        <p:spPr>
          <a:xfrm>
            <a:off x="4722823" y="2004053"/>
            <a:ext cx="2746354" cy="2746354"/>
          </a:xfrm>
          <a:prstGeom prst="ellipse">
            <a:avLst/>
          </a:prstGeom>
        </p:spPr>
        <p:txBody>
          <a:bodyPr/>
          <a:lstStyle/>
          <a:p>
            <a:r>
              <a:rPr lang="en-US" dirty="0"/>
              <a:t>Click icon to add picture</a:t>
            </a:r>
          </a:p>
        </p:txBody>
      </p:sp>
      <p:sp>
        <p:nvSpPr>
          <p:cNvPr id="3" name="Text Placeholder 2">
            <a:extLst>
              <a:ext uri="{FF2B5EF4-FFF2-40B4-BE49-F238E27FC236}">
                <a16:creationId xmlns:a16="http://schemas.microsoft.com/office/drawing/2014/main" id="{0ED2C780-6C1C-A81B-5B9E-735DFD6F43D1}"/>
              </a:ext>
            </a:extLst>
          </p:cNvPr>
          <p:cNvSpPr>
            <a:spLocks noGrp="1"/>
          </p:cNvSpPr>
          <p:nvPr>
            <p:ph type="body" idx="18"/>
          </p:nvPr>
        </p:nvSpPr>
        <p:spPr>
          <a:xfrm>
            <a:off x="4369902" y="4768114"/>
            <a:ext cx="3452196" cy="593840"/>
          </a:xfrm>
        </p:spPr>
        <p:txBody>
          <a:bodyPr anchor="b">
            <a:normAutofit/>
          </a:bodyPr>
          <a:lstStyle>
            <a:lvl1pPr marL="0" indent="0" algn="ctr">
              <a:buNone/>
              <a:defRPr sz="2000" b="1">
                <a:latin typeface="Calibri" panose="020F0502020204030204" pitchFamily="34" charset="0"/>
                <a:cs typeface="Calibri" panose="020F050202020403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a:t>
            </a:r>
          </a:p>
        </p:txBody>
      </p:sp>
      <p:sp>
        <p:nvSpPr>
          <p:cNvPr id="7" name="Text Placeholder 3">
            <a:extLst>
              <a:ext uri="{FF2B5EF4-FFF2-40B4-BE49-F238E27FC236}">
                <a16:creationId xmlns:a16="http://schemas.microsoft.com/office/drawing/2014/main" id="{F29AB7CE-949B-41D7-A673-06B30968CD01}"/>
              </a:ext>
            </a:extLst>
          </p:cNvPr>
          <p:cNvSpPr>
            <a:spLocks noGrp="1"/>
          </p:cNvSpPr>
          <p:nvPr>
            <p:ph type="body" sz="half" idx="19"/>
          </p:nvPr>
        </p:nvSpPr>
        <p:spPr>
          <a:xfrm>
            <a:off x="4369902" y="5379661"/>
            <a:ext cx="3452194" cy="83063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a:t>
            </a:r>
          </a:p>
        </p:txBody>
      </p:sp>
      <p:sp>
        <p:nvSpPr>
          <p:cNvPr id="11" name="Picture Placeholder 23">
            <a:extLst>
              <a:ext uri="{FF2B5EF4-FFF2-40B4-BE49-F238E27FC236}">
                <a16:creationId xmlns:a16="http://schemas.microsoft.com/office/drawing/2014/main" id="{DF95759B-DFBD-52FF-4B1E-1EFF531D300E}"/>
              </a:ext>
            </a:extLst>
          </p:cNvPr>
          <p:cNvSpPr>
            <a:spLocks noGrp="1"/>
          </p:cNvSpPr>
          <p:nvPr>
            <p:ph type="pic" sz="quarter" idx="20"/>
          </p:nvPr>
        </p:nvSpPr>
        <p:spPr>
          <a:xfrm>
            <a:off x="8340666" y="2004053"/>
            <a:ext cx="2746354" cy="2746354"/>
          </a:xfrm>
          <a:prstGeom prst="ellipse">
            <a:avLst/>
          </a:prstGeom>
        </p:spPr>
        <p:txBody>
          <a:bodyPr/>
          <a:lstStyle/>
          <a:p>
            <a:r>
              <a:rPr lang="en-US" dirty="0"/>
              <a:t>Click icon to add picture</a:t>
            </a:r>
          </a:p>
        </p:txBody>
      </p:sp>
      <p:sp>
        <p:nvSpPr>
          <p:cNvPr id="12" name="Text Placeholder 2">
            <a:extLst>
              <a:ext uri="{FF2B5EF4-FFF2-40B4-BE49-F238E27FC236}">
                <a16:creationId xmlns:a16="http://schemas.microsoft.com/office/drawing/2014/main" id="{AC6C789A-7FB2-432A-6019-3F62E5386F29}"/>
              </a:ext>
            </a:extLst>
          </p:cNvPr>
          <p:cNvSpPr>
            <a:spLocks noGrp="1"/>
          </p:cNvSpPr>
          <p:nvPr>
            <p:ph type="body" idx="21"/>
          </p:nvPr>
        </p:nvSpPr>
        <p:spPr>
          <a:xfrm>
            <a:off x="7987745" y="4768114"/>
            <a:ext cx="3452196" cy="593840"/>
          </a:xfrm>
        </p:spPr>
        <p:txBody>
          <a:bodyPr anchor="b">
            <a:normAutofit/>
          </a:bodyPr>
          <a:lstStyle>
            <a:lvl1pPr marL="0" indent="0" algn="ctr">
              <a:buNone/>
              <a:defRPr sz="2000" b="1">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a:t>
            </a:r>
          </a:p>
        </p:txBody>
      </p:sp>
      <p:sp>
        <p:nvSpPr>
          <p:cNvPr id="13" name="Text Placeholder 3">
            <a:extLst>
              <a:ext uri="{FF2B5EF4-FFF2-40B4-BE49-F238E27FC236}">
                <a16:creationId xmlns:a16="http://schemas.microsoft.com/office/drawing/2014/main" id="{F672CBAF-4BDE-95E9-99A1-9EDDBDEF84DC}"/>
              </a:ext>
            </a:extLst>
          </p:cNvPr>
          <p:cNvSpPr>
            <a:spLocks noGrp="1"/>
          </p:cNvSpPr>
          <p:nvPr>
            <p:ph type="body" sz="half" idx="22"/>
          </p:nvPr>
        </p:nvSpPr>
        <p:spPr>
          <a:xfrm>
            <a:off x="7987745" y="5379661"/>
            <a:ext cx="3452194" cy="83063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a:t>
            </a:r>
          </a:p>
        </p:txBody>
      </p:sp>
      <p:sp>
        <p:nvSpPr>
          <p:cNvPr id="16" name="Picture Placeholder 23">
            <a:extLst>
              <a:ext uri="{FF2B5EF4-FFF2-40B4-BE49-F238E27FC236}">
                <a16:creationId xmlns:a16="http://schemas.microsoft.com/office/drawing/2014/main" id="{17E0D596-964B-B199-1020-9CA46C3669D9}"/>
              </a:ext>
            </a:extLst>
          </p:cNvPr>
          <p:cNvSpPr>
            <a:spLocks noGrp="1"/>
          </p:cNvSpPr>
          <p:nvPr>
            <p:ph type="pic" sz="quarter" idx="23"/>
          </p:nvPr>
        </p:nvSpPr>
        <p:spPr>
          <a:xfrm>
            <a:off x="1114918" y="2004052"/>
            <a:ext cx="2746354" cy="2746354"/>
          </a:xfrm>
          <a:prstGeom prst="ellipse">
            <a:avLst/>
          </a:prstGeom>
        </p:spPr>
        <p:txBody>
          <a:bodyPr/>
          <a:lstStyle/>
          <a:p>
            <a:r>
              <a:rPr lang="en-US" dirty="0"/>
              <a:t>Click icon to add picture</a:t>
            </a:r>
          </a:p>
        </p:txBody>
      </p:sp>
      <p:sp>
        <p:nvSpPr>
          <p:cNvPr id="17" name="Text Placeholder 2">
            <a:extLst>
              <a:ext uri="{FF2B5EF4-FFF2-40B4-BE49-F238E27FC236}">
                <a16:creationId xmlns:a16="http://schemas.microsoft.com/office/drawing/2014/main" id="{1F48CE7A-5E89-3480-B862-44BFAC429981}"/>
              </a:ext>
            </a:extLst>
          </p:cNvPr>
          <p:cNvSpPr>
            <a:spLocks noGrp="1"/>
          </p:cNvSpPr>
          <p:nvPr>
            <p:ph type="body" idx="24"/>
          </p:nvPr>
        </p:nvSpPr>
        <p:spPr>
          <a:xfrm>
            <a:off x="761997" y="4768113"/>
            <a:ext cx="3452196" cy="593840"/>
          </a:xfrm>
        </p:spPr>
        <p:txBody>
          <a:bodyPr anchor="b">
            <a:normAutofit/>
          </a:bodyPr>
          <a:lstStyle>
            <a:lvl1pPr marL="0" indent="0" algn="ctr">
              <a:buNone/>
              <a:defRPr sz="2000" b="1">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a:t>
            </a:r>
          </a:p>
        </p:txBody>
      </p:sp>
      <p:sp>
        <p:nvSpPr>
          <p:cNvPr id="18" name="Text Placeholder 3">
            <a:extLst>
              <a:ext uri="{FF2B5EF4-FFF2-40B4-BE49-F238E27FC236}">
                <a16:creationId xmlns:a16="http://schemas.microsoft.com/office/drawing/2014/main" id="{78CF0CF5-EF6E-47A1-80D2-088122A0E64F}"/>
              </a:ext>
            </a:extLst>
          </p:cNvPr>
          <p:cNvSpPr>
            <a:spLocks noGrp="1"/>
          </p:cNvSpPr>
          <p:nvPr>
            <p:ph type="body" sz="half" idx="25"/>
          </p:nvPr>
        </p:nvSpPr>
        <p:spPr>
          <a:xfrm>
            <a:off x="761997" y="5379660"/>
            <a:ext cx="3452194" cy="83063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a:t>
            </a:r>
          </a:p>
        </p:txBody>
      </p:sp>
    </p:spTree>
    <p:extLst>
      <p:ext uri="{BB962C8B-B14F-4D97-AF65-F5344CB8AC3E}">
        <p14:creationId xmlns:p14="http://schemas.microsoft.com/office/powerpoint/2010/main" val="5463355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DBA23-25B7-954B-D646-B91AE0381109}"/>
              </a:ext>
            </a:extLst>
          </p:cNvPr>
          <p:cNvSpPr>
            <a:spLocks noGrp="1"/>
          </p:cNvSpPr>
          <p:nvPr>
            <p:ph type="title"/>
          </p:nvPr>
        </p:nvSpPr>
        <p:spPr>
          <a:xfrm>
            <a:off x="609600" y="363537"/>
            <a:ext cx="10972800" cy="1230485"/>
          </a:xfrm>
          <a:prstGeom prst="rect">
            <a:avLst/>
          </a:prstGeom>
        </p:spPr>
        <p:txBody>
          <a:bodyPr/>
          <a:lstStyle/>
          <a:p>
            <a:r>
              <a:rPr lang="en-US"/>
              <a:t>Click to edit Master title style</a:t>
            </a:r>
          </a:p>
        </p:txBody>
      </p:sp>
      <p:sp>
        <p:nvSpPr>
          <p:cNvPr id="4" name="Date Placeholder 3">
            <a:extLst>
              <a:ext uri="{FF2B5EF4-FFF2-40B4-BE49-F238E27FC236}">
                <a16:creationId xmlns:a16="http://schemas.microsoft.com/office/drawing/2014/main" id="{1D8791D4-7662-2DFB-077F-25FC6921C81C}"/>
              </a:ext>
            </a:extLst>
          </p:cNvPr>
          <p:cNvSpPr>
            <a:spLocks noGrp="1"/>
          </p:cNvSpPr>
          <p:nvPr>
            <p:ph type="dt" sz="half" idx="10"/>
          </p:nvPr>
        </p:nvSpPr>
        <p:spPr/>
        <p:txBody>
          <a:bodyPr/>
          <a:lstStyle/>
          <a:p>
            <a:fld id="{AA8A0EC6-5648-844A-8827-911B00959032}" type="datetimeFigureOut">
              <a:rPr lang="en-US" smtClean="0"/>
              <a:t>5/14/2026</a:t>
            </a:fld>
            <a:endParaRPr lang="en-US"/>
          </a:p>
        </p:txBody>
      </p:sp>
      <p:sp>
        <p:nvSpPr>
          <p:cNvPr id="5" name="Footer Placeholder 4">
            <a:extLst>
              <a:ext uri="{FF2B5EF4-FFF2-40B4-BE49-F238E27FC236}">
                <a16:creationId xmlns:a16="http://schemas.microsoft.com/office/drawing/2014/main" id="{10B87723-B8F5-CDD2-6B9D-229B99F039D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3" name="Text Placeholder 2">
            <a:extLst>
              <a:ext uri="{FF2B5EF4-FFF2-40B4-BE49-F238E27FC236}">
                <a16:creationId xmlns:a16="http://schemas.microsoft.com/office/drawing/2014/main" id="{0ED2C780-6C1C-A81B-5B9E-735DFD6F43D1}"/>
              </a:ext>
            </a:extLst>
          </p:cNvPr>
          <p:cNvSpPr>
            <a:spLocks noGrp="1"/>
          </p:cNvSpPr>
          <p:nvPr>
            <p:ph type="body" idx="18"/>
          </p:nvPr>
        </p:nvSpPr>
        <p:spPr>
          <a:xfrm>
            <a:off x="4369902" y="2660252"/>
            <a:ext cx="3452196" cy="593840"/>
          </a:xfrm>
        </p:spPr>
        <p:txBody>
          <a:bodyPr anchor="b">
            <a:normAutofit/>
          </a:bodyPr>
          <a:lstStyle>
            <a:lvl1pPr marL="0" indent="0">
              <a:buNone/>
              <a:defRPr sz="2000" b="1">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a:t>
            </a:r>
          </a:p>
        </p:txBody>
      </p:sp>
      <p:sp>
        <p:nvSpPr>
          <p:cNvPr id="7" name="Text Placeholder 3">
            <a:extLst>
              <a:ext uri="{FF2B5EF4-FFF2-40B4-BE49-F238E27FC236}">
                <a16:creationId xmlns:a16="http://schemas.microsoft.com/office/drawing/2014/main" id="{F29AB7CE-949B-41D7-A673-06B30968CD01}"/>
              </a:ext>
            </a:extLst>
          </p:cNvPr>
          <p:cNvSpPr>
            <a:spLocks noGrp="1"/>
          </p:cNvSpPr>
          <p:nvPr>
            <p:ph type="body" sz="half" idx="19"/>
          </p:nvPr>
        </p:nvSpPr>
        <p:spPr>
          <a:xfrm>
            <a:off x="4369902" y="3271799"/>
            <a:ext cx="3452194" cy="83063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a:t>
            </a:r>
          </a:p>
        </p:txBody>
      </p:sp>
      <p:sp>
        <p:nvSpPr>
          <p:cNvPr id="12" name="Text Placeholder 2">
            <a:extLst>
              <a:ext uri="{FF2B5EF4-FFF2-40B4-BE49-F238E27FC236}">
                <a16:creationId xmlns:a16="http://schemas.microsoft.com/office/drawing/2014/main" id="{AC6C789A-7FB2-432A-6019-3F62E5386F29}"/>
              </a:ext>
            </a:extLst>
          </p:cNvPr>
          <p:cNvSpPr>
            <a:spLocks noGrp="1"/>
          </p:cNvSpPr>
          <p:nvPr>
            <p:ph type="body" idx="21"/>
          </p:nvPr>
        </p:nvSpPr>
        <p:spPr>
          <a:xfrm>
            <a:off x="7987745" y="2660252"/>
            <a:ext cx="3452196" cy="593840"/>
          </a:xfrm>
        </p:spPr>
        <p:txBody>
          <a:bodyPr anchor="b">
            <a:normAutofit/>
          </a:bodyPr>
          <a:lstStyle>
            <a:lvl1pPr marL="0" indent="0">
              <a:buNone/>
              <a:defRPr sz="2000" b="1">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a:t>
            </a:r>
          </a:p>
        </p:txBody>
      </p:sp>
      <p:sp>
        <p:nvSpPr>
          <p:cNvPr id="13" name="Text Placeholder 3">
            <a:extLst>
              <a:ext uri="{FF2B5EF4-FFF2-40B4-BE49-F238E27FC236}">
                <a16:creationId xmlns:a16="http://schemas.microsoft.com/office/drawing/2014/main" id="{F672CBAF-4BDE-95E9-99A1-9EDDBDEF84DC}"/>
              </a:ext>
            </a:extLst>
          </p:cNvPr>
          <p:cNvSpPr>
            <a:spLocks noGrp="1"/>
          </p:cNvSpPr>
          <p:nvPr>
            <p:ph type="body" sz="half" idx="22"/>
          </p:nvPr>
        </p:nvSpPr>
        <p:spPr>
          <a:xfrm>
            <a:off x="7987745" y="3271799"/>
            <a:ext cx="3452194" cy="83063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a:t>
            </a:r>
          </a:p>
        </p:txBody>
      </p:sp>
      <p:sp>
        <p:nvSpPr>
          <p:cNvPr id="17" name="Text Placeholder 2">
            <a:extLst>
              <a:ext uri="{FF2B5EF4-FFF2-40B4-BE49-F238E27FC236}">
                <a16:creationId xmlns:a16="http://schemas.microsoft.com/office/drawing/2014/main" id="{1F48CE7A-5E89-3480-B862-44BFAC429981}"/>
              </a:ext>
            </a:extLst>
          </p:cNvPr>
          <p:cNvSpPr>
            <a:spLocks noGrp="1"/>
          </p:cNvSpPr>
          <p:nvPr>
            <p:ph type="body" idx="24"/>
          </p:nvPr>
        </p:nvSpPr>
        <p:spPr>
          <a:xfrm>
            <a:off x="761997" y="2660251"/>
            <a:ext cx="3452196" cy="593840"/>
          </a:xfrm>
        </p:spPr>
        <p:txBody>
          <a:bodyPr anchor="b">
            <a:normAutofit/>
          </a:bodyPr>
          <a:lstStyle>
            <a:lvl1pPr marL="0" indent="0">
              <a:buNone/>
              <a:defRPr sz="2000" b="1">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a:t>
            </a:r>
          </a:p>
        </p:txBody>
      </p:sp>
      <p:sp>
        <p:nvSpPr>
          <p:cNvPr id="18" name="Text Placeholder 3">
            <a:extLst>
              <a:ext uri="{FF2B5EF4-FFF2-40B4-BE49-F238E27FC236}">
                <a16:creationId xmlns:a16="http://schemas.microsoft.com/office/drawing/2014/main" id="{78CF0CF5-EF6E-47A1-80D2-088122A0E64F}"/>
              </a:ext>
            </a:extLst>
          </p:cNvPr>
          <p:cNvSpPr>
            <a:spLocks noGrp="1"/>
          </p:cNvSpPr>
          <p:nvPr>
            <p:ph type="body" sz="half" idx="25"/>
          </p:nvPr>
        </p:nvSpPr>
        <p:spPr>
          <a:xfrm>
            <a:off x="761997" y="3271798"/>
            <a:ext cx="3452194" cy="83063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a:t>
            </a:r>
          </a:p>
        </p:txBody>
      </p:sp>
      <p:sp>
        <p:nvSpPr>
          <p:cNvPr id="15" name="Picture Placeholder 14">
            <a:extLst>
              <a:ext uri="{FF2B5EF4-FFF2-40B4-BE49-F238E27FC236}">
                <a16:creationId xmlns:a16="http://schemas.microsoft.com/office/drawing/2014/main" id="{9EA2C811-2433-C4B8-E818-972740C49603}"/>
              </a:ext>
            </a:extLst>
          </p:cNvPr>
          <p:cNvSpPr>
            <a:spLocks noGrp="1"/>
          </p:cNvSpPr>
          <p:nvPr>
            <p:ph type="pic" sz="quarter" idx="26"/>
          </p:nvPr>
        </p:nvSpPr>
        <p:spPr>
          <a:xfrm>
            <a:off x="609600" y="5692875"/>
            <a:ext cx="10972800" cy="539496"/>
          </a:xfrm>
        </p:spPr>
        <p:txBody>
          <a:bodyPr/>
          <a:lstStyle/>
          <a:p>
            <a:endParaRPr lang="en-US"/>
          </a:p>
        </p:txBody>
      </p:sp>
    </p:spTree>
    <p:extLst>
      <p:ext uri="{BB962C8B-B14F-4D97-AF65-F5344CB8AC3E}">
        <p14:creationId xmlns:p14="http://schemas.microsoft.com/office/powerpoint/2010/main" val="7331031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5_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DBA23-25B7-954B-D646-B91AE0381109}"/>
              </a:ext>
            </a:extLst>
          </p:cNvPr>
          <p:cNvSpPr>
            <a:spLocks noGrp="1"/>
          </p:cNvSpPr>
          <p:nvPr>
            <p:ph type="title"/>
          </p:nvPr>
        </p:nvSpPr>
        <p:spPr>
          <a:xfrm>
            <a:off x="609600" y="363537"/>
            <a:ext cx="10972800" cy="1230485"/>
          </a:xfrm>
          <a:prstGeom prst="rect">
            <a:avLst/>
          </a:prstGeom>
        </p:spPr>
        <p:txBody>
          <a:bodyPr/>
          <a:lstStyle/>
          <a:p>
            <a:r>
              <a:rPr lang="en-US"/>
              <a:t>Click to edit Master title style</a:t>
            </a:r>
          </a:p>
        </p:txBody>
      </p:sp>
      <p:sp>
        <p:nvSpPr>
          <p:cNvPr id="4" name="Date Placeholder 3">
            <a:extLst>
              <a:ext uri="{FF2B5EF4-FFF2-40B4-BE49-F238E27FC236}">
                <a16:creationId xmlns:a16="http://schemas.microsoft.com/office/drawing/2014/main" id="{1D8791D4-7662-2DFB-077F-25FC6921C81C}"/>
              </a:ext>
            </a:extLst>
          </p:cNvPr>
          <p:cNvSpPr>
            <a:spLocks noGrp="1"/>
          </p:cNvSpPr>
          <p:nvPr>
            <p:ph type="dt" sz="half" idx="10"/>
          </p:nvPr>
        </p:nvSpPr>
        <p:spPr/>
        <p:txBody>
          <a:bodyPr/>
          <a:lstStyle/>
          <a:p>
            <a:fld id="{AA8A0EC6-5648-844A-8827-911B00959032}" type="datetimeFigureOut">
              <a:rPr lang="en-US" smtClean="0"/>
              <a:t>5/14/2026</a:t>
            </a:fld>
            <a:endParaRPr lang="en-US"/>
          </a:p>
        </p:txBody>
      </p:sp>
      <p:sp>
        <p:nvSpPr>
          <p:cNvPr id="5" name="Footer Placeholder 4">
            <a:extLst>
              <a:ext uri="{FF2B5EF4-FFF2-40B4-BE49-F238E27FC236}">
                <a16:creationId xmlns:a16="http://schemas.microsoft.com/office/drawing/2014/main" id="{10B87723-B8F5-CDD2-6B9D-229B99F039D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14" name="Text Placeholder 2">
            <a:extLst>
              <a:ext uri="{FF2B5EF4-FFF2-40B4-BE49-F238E27FC236}">
                <a16:creationId xmlns:a16="http://schemas.microsoft.com/office/drawing/2014/main" id="{121325FB-E0FE-AAA4-853C-618899B58156}"/>
              </a:ext>
            </a:extLst>
          </p:cNvPr>
          <p:cNvSpPr>
            <a:spLocks noGrp="1"/>
          </p:cNvSpPr>
          <p:nvPr>
            <p:ph type="body" idx="1"/>
          </p:nvPr>
        </p:nvSpPr>
        <p:spPr>
          <a:xfrm>
            <a:off x="960665" y="1610518"/>
            <a:ext cx="5157787" cy="593840"/>
          </a:xfrm>
        </p:spPr>
        <p:txBody>
          <a:bodyPr anchor="b">
            <a:normAutofit/>
          </a:bodyPr>
          <a:lstStyle>
            <a:lvl1pPr marL="0" indent="0">
              <a:buNone/>
              <a:defRPr sz="2000" b="1">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5" name="Text Placeholder 3">
            <a:extLst>
              <a:ext uri="{FF2B5EF4-FFF2-40B4-BE49-F238E27FC236}">
                <a16:creationId xmlns:a16="http://schemas.microsoft.com/office/drawing/2014/main" id="{D2B210CD-96D1-D9FB-6DF0-62266CCB6FFD}"/>
              </a:ext>
            </a:extLst>
          </p:cNvPr>
          <p:cNvSpPr>
            <a:spLocks noGrp="1"/>
          </p:cNvSpPr>
          <p:nvPr>
            <p:ph type="body" sz="half" idx="2"/>
          </p:nvPr>
        </p:nvSpPr>
        <p:spPr>
          <a:xfrm>
            <a:off x="960665" y="2222065"/>
            <a:ext cx="5157786" cy="88325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24" name="Picture Placeholder 23">
            <a:extLst>
              <a:ext uri="{FF2B5EF4-FFF2-40B4-BE49-F238E27FC236}">
                <a16:creationId xmlns:a16="http://schemas.microsoft.com/office/drawing/2014/main" id="{D9276F28-A527-C906-EE7C-5440E0C56B86}"/>
              </a:ext>
            </a:extLst>
          </p:cNvPr>
          <p:cNvSpPr>
            <a:spLocks noGrp="1"/>
          </p:cNvSpPr>
          <p:nvPr>
            <p:ph type="pic" sz="quarter" idx="17"/>
          </p:nvPr>
        </p:nvSpPr>
        <p:spPr>
          <a:xfrm>
            <a:off x="7931490" y="2031153"/>
            <a:ext cx="3650910" cy="3650910"/>
          </a:xfrm>
          <a:prstGeom prst="ellipse">
            <a:avLst/>
          </a:prstGeom>
        </p:spPr>
        <p:txBody>
          <a:bodyPr/>
          <a:lstStyle/>
          <a:p>
            <a:r>
              <a:rPr lang="en-US" dirty="0"/>
              <a:t>Click icon to add picture</a:t>
            </a:r>
          </a:p>
        </p:txBody>
      </p:sp>
      <p:sp>
        <p:nvSpPr>
          <p:cNvPr id="3" name="Text Placeholder 2">
            <a:extLst>
              <a:ext uri="{FF2B5EF4-FFF2-40B4-BE49-F238E27FC236}">
                <a16:creationId xmlns:a16="http://schemas.microsoft.com/office/drawing/2014/main" id="{0B92E382-FE6E-A17E-2B3A-9F3E4C7A7D21}"/>
              </a:ext>
            </a:extLst>
          </p:cNvPr>
          <p:cNvSpPr>
            <a:spLocks noGrp="1"/>
          </p:cNvSpPr>
          <p:nvPr>
            <p:ph type="body" idx="18"/>
          </p:nvPr>
        </p:nvSpPr>
        <p:spPr>
          <a:xfrm>
            <a:off x="1517256" y="3121266"/>
            <a:ext cx="5157787" cy="593840"/>
          </a:xfrm>
        </p:spPr>
        <p:txBody>
          <a:bodyPr anchor="b">
            <a:normAutofit/>
          </a:bodyPr>
          <a:lstStyle>
            <a:lvl1pPr marL="0" indent="0">
              <a:buNone/>
              <a:defRPr sz="2000" b="1">
                <a:latin typeface="Calibri" panose="020F0502020204030204" pitchFamily="34" charset="0"/>
                <a:cs typeface="Calibri" panose="020F050202020403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7" name="Text Placeholder 3">
            <a:extLst>
              <a:ext uri="{FF2B5EF4-FFF2-40B4-BE49-F238E27FC236}">
                <a16:creationId xmlns:a16="http://schemas.microsoft.com/office/drawing/2014/main" id="{618A7E81-D817-3ABE-B656-52FF60EF0205}"/>
              </a:ext>
            </a:extLst>
          </p:cNvPr>
          <p:cNvSpPr>
            <a:spLocks noGrp="1"/>
          </p:cNvSpPr>
          <p:nvPr>
            <p:ph type="body" sz="half" idx="19"/>
          </p:nvPr>
        </p:nvSpPr>
        <p:spPr>
          <a:xfrm>
            <a:off x="1517256" y="3732813"/>
            <a:ext cx="5157786" cy="88325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8" name="Text Placeholder 2">
            <a:extLst>
              <a:ext uri="{FF2B5EF4-FFF2-40B4-BE49-F238E27FC236}">
                <a16:creationId xmlns:a16="http://schemas.microsoft.com/office/drawing/2014/main" id="{E8347DD8-16D7-B434-07E6-BD26F45B6DEE}"/>
              </a:ext>
            </a:extLst>
          </p:cNvPr>
          <p:cNvSpPr>
            <a:spLocks noGrp="1"/>
          </p:cNvSpPr>
          <p:nvPr>
            <p:ph type="body" idx="20"/>
          </p:nvPr>
        </p:nvSpPr>
        <p:spPr>
          <a:xfrm>
            <a:off x="2073847" y="4638571"/>
            <a:ext cx="5157787" cy="593840"/>
          </a:xfrm>
        </p:spPr>
        <p:txBody>
          <a:bodyPr anchor="b">
            <a:normAutofit/>
          </a:bodyPr>
          <a:lstStyle>
            <a:lvl1pPr marL="0" indent="0">
              <a:buNone/>
              <a:defRPr sz="2000" b="1">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9" name="Text Placeholder 3">
            <a:extLst>
              <a:ext uri="{FF2B5EF4-FFF2-40B4-BE49-F238E27FC236}">
                <a16:creationId xmlns:a16="http://schemas.microsoft.com/office/drawing/2014/main" id="{C7114E8C-EF4A-11ED-19FB-2D8B5FEC3A69}"/>
              </a:ext>
            </a:extLst>
          </p:cNvPr>
          <p:cNvSpPr>
            <a:spLocks noGrp="1"/>
          </p:cNvSpPr>
          <p:nvPr>
            <p:ph type="body" sz="half" idx="21"/>
          </p:nvPr>
        </p:nvSpPr>
        <p:spPr>
          <a:xfrm>
            <a:off x="2073847" y="5250118"/>
            <a:ext cx="5157786" cy="88325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402030775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6_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DBA23-25B7-954B-D646-B91AE0381109}"/>
              </a:ext>
            </a:extLst>
          </p:cNvPr>
          <p:cNvSpPr>
            <a:spLocks noGrp="1"/>
          </p:cNvSpPr>
          <p:nvPr>
            <p:ph type="title"/>
          </p:nvPr>
        </p:nvSpPr>
        <p:spPr>
          <a:xfrm>
            <a:off x="609600" y="363537"/>
            <a:ext cx="10972800" cy="1230485"/>
          </a:xfrm>
          <a:prstGeom prst="rect">
            <a:avLst/>
          </a:prstGeom>
        </p:spPr>
        <p:txBody>
          <a:bodyPr/>
          <a:lstStyle/>
          <a:p>
            <a:r>
              <a:rPr lang="en-US"/>
              <a:t>Click to edit Master title style</a:t>
            </a:r>
          </a:p>
        </p:txBody>
      </p:sp>
      <p:sp>
        <p:nvSpPr>
          <p:cNvPr id="4" name="Date Placeholder 3">
            <a:extLst>
              <a:ext uri="{FF2B5EF4-FFF2-40B4-BE49-F238E27FC236}">
                <a16:creationId xmlns:a16="http://schemas.microsoft.com/office/drawing/2014/main" id="{1D8791D4-7662-2DFB-077F-25FC6921C81C}"/>
              </a:ext>
            </a:extLst>
          </p:cNvPr>
          <p:cNvSpPr>
            <a:spLocks noGrp="1"/>
          </p:cNvSpPr>
          <p:nvPr>
            <p:ph type="dt" sz="half" idx="10"/>
          </p:nvPr>
        </p:nvSpPr>
        <p:spPr/>
        <p:txBody>
          <a:bodyPr/>
          <a:lstStyle/>
          <a:p>
            <a:fld id="{AA8A0EC6-5648-844A-8827-911B00959032}" type="datetimeFigureOut">
              <a:rPr lang="en-US" smtClean="0"/>
              <a:t>5/14/2026</a:t>
            </a:fld>
            <a:endParaRPr lang="en-US"/>
          </a:p>
        </p:txBody>
      </p:sp>
      <p:sp>
        <p:nvSpPr>
          <p:cNvPr id="5" name="Footer Placeholder 4">
            <a:extLst>
              <a:ext uri="{FF2B5EF4-FFF2-40B4-BE49-F238E27FC236}">
                <a16:creationId xmlns:a16="http://schemas.microsoft.com/office/drawing/2014/main" id="{10B87723-B8F5-CDD2-6B9D-229B99F039D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14" name="Text Placeholder 2">
            <a:extLst>
              <a:ext uri="{FF2B5EF4-FFF2-40B4-BE49-F238E27FC236}">
                <a16:creationId xmlns:a16="http://schemas.microsoft.com/office/drawing/2014/main" id="{121325FB-E0FE-AAA4-853C-618899B58156}"/>
              </a:ext>
            </a:extLst>
          </p:cNvPr>
          <p:cNvSpPr>
            <a:spLocks noGrp="1"/>
          </p:cNvSpPr>
          <p:nvPr>
            <p:ph type="body" idx="1"/>
          </p:nvPr>
        </p:nvSpPr>
        <p:spPr>
          <a:xfrm>
            <a:off x="962439" y="1925949"/>
            <a:ext cx="5157787" cy="593840"/>
          </a:xfrm>
        </p:spPr>
        <p:txBody>
          <a:bodyPr anchor="b">
            <a:normAutofit/>
          </a:bodyPr>
          <a:lstStyle>
            <a:lvl1pPr marL="0" indent="0">
              <a:buNone/>
              <a:defRPr sz="2000" b="1">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5" name="Text Placeholder 3">
            <a:extLst>
              <a:ext uri="{FF2B5EF4-FFF2-40B4-BE49-F238E27FC236}">
                <a16:creationId xmlns:a16="http://schemas.microsoft.com/office/drawing/2014/main" id="{D2B210CD-96D1-D9FB-6DF0-62266CCB6FFD}"/>
              </a:ext>
            </a:extLst>
          </p:cNvPr>
          <p:cNvSpPr>
            <a:spLocks noGrp="1"/>
          </p:cNvSpPr>
          <p:nvPr>
            <p:ph type="body" sz="half" idx="2"/>
          </p:nvPr>
        </p:nvSpPr>
        <p:spPr>
          <a:xfrm>
            <a:off x="962439" y="2537496"/>
            <a:ext cx="5157786" cy="88325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Text Placeholder 2">
            <a:extLst>
              <a:ext uri="{FF2B5EF4-FFF2-40B4-BE49-F238E27FC236}">
                <a16:creationId xmlns:a16="http://schemas.microsoft.com/office/drawing/2014/main" id="{0B92E382-FE6E-A17E-2B3A-9F3E4C7A7D21}"/>
              </a:ext>
            </a:extLst>
          </p:cNvPr>
          <p:cNvSpPr>
            <a:spLocks noGrp="1"/>
          </p:cNvSpPr>
          <p:nvPr>
            <p:ph type="body" idx="18"/>
          </p:nvPr>
        </p:nvSpPr>
        <p:spPr>
          <a:xfrm>
            <a:off x="6426387" y="1925949"/>
            <a:ext cx="5157787" cy="593840"/>
          </a:xfrm>
        </p:spPr>
        <p:txBody>
          <a:bodyPr anchor="b">
            <a:normAutofit/>
          </a:bodyPr>
          <a:lstStyle>
            <a:lvl1pPr marL="0" indent="0">
              <a:buNone/>
              <a:defRPr sz="2000" b="1">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7" name="Text Placeholder 3">
            <a:extLst>
              <a:ext uri="{FF2B5EF4-FFF2-40B4-BE49-F238E27FC236}">
                <a16:creationId xmlns:a16="http://schemas.microsoft.com/office/drawing/2014/main" id="{618A7E81-D817-3ABE-B656-52FF60EF0205}"/>
              </a:ext>
            </a:extLst>
          </p:cNvPr>
          <p:cNvSpPr>
            <a:spLocks noGrp="1"/>
          </p:cNvSpPr>
          <p:nvPr>
            <p:ph type="body" sz="half" idx="19"/>
          </p:nvPr>
        </p:nvSpPr>
        <p:spPr>
          <a:xfrm>
            <a:off x="6426387" y="2537496"/>
            <a:ext cx="5157786" cy="88325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8" name="Text Placeholder 2">
            <a:extLst>
              <a:ext uri="{FF2B5EF4-FFF2-40B4-BE49-F238E27FC236}">
                <a16:creationId xmlns:a16="http://schemas.microsoft.com/office/drawing/2014/main" id="{E8347DD8-16D7-B434-07E6-BD26F45B6DEE}"/>
              </a:ext>
            </a:extLst>
          </p:cNvPr>
          <p:cNvSpPr>
            <a:spLocks noGrp="1"/>
          </p:cNvSpPr>
          <p:nvPr>
            <p:ph type="body" idx="20"/>
          </p:nvPr>
        </p:nvSpPr>
        <p:spPr>
          <a:xfrm>
            <a:off x="960665" y="3752680"/>
            <a:ext cx="5157787" cy="593840"/>
          </a:xfrm>
        </p:spPr>
        <p:txBody>
          <a:bodyPr anchor="b">
            <a:normAutofit/>
          </a:bodyPr>
          <a:lstStyle>
            <a:lvl1pPr marL="0" indent="0">
              <a:buNone/>
              <a:defRPr sz="2000" b="1">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9" name="Text Placeholder 3">
            <a:extLst>
              <a:ext uri="{FF2B5EF4-FFF2-40B4-BE49-F238E27FC236}">
                <a16:creationId xmlns:a16="http://schemas.microsoft.com/office/drawing/2014/main" id="{C7114E8C-EF4A-11ED-19FB-2D8B5FEC3A69}"/>
              </a:ext>
            </a:extLst>
          </p:cNvPr>
          <p:cNvSpPr>
            <a:spLocks noGrp="1"/>
          </p:cNvSpPr>
          <p:nvPr>
            <p:ph type="body" sz="half" idx="21"/>
          </p:nvPr>
        </p:nvSpPr>
        <p:spPr>
          <a:xfrm>
            <a:off x="960665" y="4364227"/>
            <a:ext cx="5157786" cy="88325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12" name="Picture Placeholder 11">
            <a:extLst>
              <a:ext uri="{FF2B5EF4-FFF2-40B4-BE49-F238E27FC236}">
                <a16:creationId xmlns:a16="http://schemas.microsoft.com/office/drawing/2014/main" id="{61C98F61-9164-7CDA-F0A4-B90327F23F7A}"/>
              </a:ext>
            </a:extLst>
          </p:cNvPr>
          <p:cNvSpPr>
            <a:spLocks noGrp="1"/>
          </p:cNvSpPr>
          <p:nvPr>
            <p:ph type="pic" sz="quarter" idx="22"/>
          </p:nvPr>
        </p:nvSpPr>
        <p:spPr>
          <a:xfrm>
            <a:off x="6426200" y="3752850"/>
            <a:ext cx="5156200" cy="2457450"/>
          </a:xfrm>
        </p:spPr>
        <p:txBody>
          <a:bodyPr/>
          <a:lstStyle/>
          <a:p>
            <a:endParaRPr lang="en-US"/>
          </a:p>
        </p:txBody>
      </p:sp>
    </p:spTree>
    <p:extLst>
      <p:ext uri="{BB962C8B-B14F-4D97-AF65-F5344CB8AC3E}">
        <p14:creationId xmlns:p14="http://schemas.microsoft.com/office/powerpoint/2010/main" val="250069035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7_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DBA23-25B7-954B-D646-B91AE0381109}"/>
              </a:ext>
            </a:extLst>
          </p:cNvPr>
          <p:cNvSpPr>
            <a:spLocks noGrp="1"/>
          </p:cNvSpPr>
          <p:nvPr>
            <p:ph type="title"/>
          </p:nvPr>
        </p:nvSpPr>
        <p:spPr>
          <a:xfrm>
            <a:off x="609600" y="363537"/>
            <a:ext cx="10972800" cy="1230485"/>
          </a:xfrm>
          <a:prstGeom prst="rect">
            <a:avLst/>
          </a:prstGeom>
        </p:spPr>
        <p:txBody>
          <a:bodyPr/>
          <a:lstStyle/>
          <a:p>
            <a:r>
              <a:rPr lang="en-US"/>
              <a:t>Click to edit Master title style</a:t>
            </a:r>
          </a:p>
        </p:txBody>
      </p:sp>
      <p:sp>
        <p:nvSpPr>
          <p:cNvPr id="4" name="Date Placeholder 3">
            <a:extLst>
              <a:ext uri="{FF2B5EF4-FFF2-40B4-BE49-F238E27FC236}">
                <a16:creationId xmlns:a16="http://schemas.microsoft.com/office/drawing/2014/main" id="{1D8791D4-7662-2DFB-077F-25FC6921C81C}"/>
              </a:ext>
            </a:extLst>
          </p:cNvPr>
          <p:cNvSpPr>
            <a:spLocks noGrp="1"/>
          </p:cNvSpPr>
          <p:nvPr>
            <p:ph type="dt" sz="half" idx="10"/>
          </p:nvPr>
        </p:nvSpPr>
        <p:spPr/>
        <p:txBody>
          <a:bodyPr/>
          <a:lstStyle/>
          <a:p>
            <a:fld id="{AA8A0EC6-5648-844A-8827-911B00959032}" type="datetimeFigureOut">
              <a:rPr lang="en-US" smtClean="0"/>
              <a:t>5/14/2026</a:t>
            </a:fld>
            <a:endParaRPr lang="en-US"/>
          </a:p>
        </p:txBody>
      </p:sp>
      <p:sp>
        <p:nvSpPr>
          <p:cNvPr id="5" name="Footer Placeholder 4">
            <a:extLst>
              <a:ext uri="{FF2B5EF4-FFF2-40B4-BE49-F238E27FC236}">
                <a16:creationId xmlns:a16="http://schemas.microsoft.com/office/drawing/2014/main" id="{10B87723-B8F5-CDD2-6B9D-229B99F039D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14" name="Text Placeholder 2">
            <a:extLst>
              <a:ext uri="{FF2B5EF4-FFF2-40B4-BE49-F238E27FC236}">
                <a16:creationId xmlns:a16="http://schemas.microsoft.com/office/drawing/2014/main" id="{121325FB-E0FE-AAA4-853C-618899B58156}"/>
              </a:ext>
            </a:extLst>
          </p:cNvPr>
          <p:cNvSpPr>
            <a:spLocks noGrp="1"/>
          </p:cNvSpPr>
          <p:nvPr>
            <p:ph type="body" idx="1"/>
          </p:nvPr>
        </p:nvSpPr>
        <p:spPr>
          <a:xfrm>
            <a:off x="960665" y="1925949"/>
            <a:ext cx="3259182" cy="593840"/>
          </a:xfrm>
        </p:spPr>
        <p:txBody>
          <a:bodyPr anchor="b">
            <a:normAutofit/>
          </a:bodyPr>
          <a:lstStyle>
            <a:lvl1pPr marL="0" indent="0">
              <a:buNone/>
              <a:defRPr sz="2000" b="1">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5" name="Text Placeholder 3">
            <a:extLst>
              <a:ext uri="{FF2B5EF4-FFF2-40B4-BE49-F238E27FC236}">
                <a16:creationId xmlns:a16="http://schemas.microsoft.com/office/drawing/2014/main" id="{D2B210CD-96D1-D9FB-6DF0-62266CCB6FFD}"/>
              </a:ext>
            </a:extLst>
          </p:cNvPr>
          <p:cNvSpPr>
            <a:spLocks noGrp="1"/>
          </p:cNvSpPr>
          <p:nvPr>
            <p:ph type="body" sz="half" idx="2"/>
          </p:nvPr>
        </p:nvSpPr>
        <p:spPr>
          <a:xfrm>
            <a:off x="960665" y="2537496"/>
            <a:ext cx="3259180" cy="121518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Text Placeholder 2">
            <a:extLst>
              <a:ext uri="{FF2B5EF4-FFF2-40B4-BE49-F238E27FC236}">
                <a16:creationId xmlns:a16="http://schemas.microsoft.com/office/drawing/2014/main" id="{0B92E382-FE6E-A17E-2B3A-9F3E4C7A7D21}"/>
              </a:ext>
            </a:extLst>
          </p:cNvPr>
          <p:cNvSpPr>
            <a:spLocks noGrp="1"/>
          </p:cNvSpPr>
          <p:nvPr>
            <p:ph type="body" idx="18"/>
          </p:nvPr>
        </p:nvSpPr>
        <p:spPr>
          <a:xfrm>
            <a:off x="4712973" y="1925949"/>
            <a:ext cx="3259182" cy="593840"/>
          </a:xfrm>
        </p:spPr>
        <p:txBody>
          <a:bodyPr anchor="b">
            <a:normAutofit/>
          </a:bodyPr>
          <a:lstStyle>
            <a:lvl1pPr marL="0" indent="0">
              <a:buNone/>
              <a:defRPr sz="2000" b="1">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7" name="Text Placeholder 3">
            <a:extLst>
              <a:ext uri="{FF2B5EF4-FFF2-40B4-BE49-F238E27FC236}">
                <a16:creationId xmlns:a16="http://schemas.microsoft.com/office/drawing/2014/main" id="{618A7E81-D817-3ABE-B656-52FF60EF0205}"/>
              </a:ext>
            </a:extLst>
          </p:cNvPr>
          <p:cNvSpPr>
            <a:spLocks noGrp="1"/>
          </p:cNvSpPr>
          <p:nvPr>
            <p:ph type="body" sz="half" idx="19"/>
          </p:nvPr>
        </p:nvSpPr>
        <p:spPr>
          <a:xfrm>
            <a:off x="4712973" y="2537495"/>
            <a:ext cx="3259180" cy="119747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8" name="Text Placeholder 2">
            <a:extLst>
              <a:ext uri="{FF2B5EF4-FFF2-40B4-BE49-F238E27FC236}">
                <a16:creationId xmlns:a16="http://schemas.microsoft.com/office/drawing/2014/main" id="{E8347DD8-16D7-B434-07E6-BD26F45B6DEE}"/>
              </a:ext>
            </a:extLst>
          </p:cNvPr>
          <p:cNvSpPr>
            <a:spLocks noGrp="1"/>
          </p:cNvSpPr>
          <p:nvPr>
            <p:ph type="body" idx="20"/>
          </p:nvPr>
        </p:nvSpPr>
        <p:spPr>
          <a:xfrm>
            <a:off x="960665" y="3752680"/>
            <a:ext cx="7011488" cy="593840"/>
          </a:xfrm>
        </p:spPr>
        <p:txBody>
          <a:bodyPr anchor="b">
            <a:normAutofit/>
          </a:bodyPr>
          <a:lstStyle>
            <a:lvl1pPr marL="0" indent="0">
              <a:buNone/>
              <a:defRPr sz="2000" b="1">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9" name="Text Placeholder 3">
            <a:extLst>
              <a:ext uri="{FF2B5EF4-FFF2-40B4-BE49-F238E27FC236}">
                <a16:creationId xmlns:a16="http://schemas.microsoft.com/office/drawing/2014/main" id="{C7114E8C-EF4A-11ED-19FB-2D8B5FEC3A69}"/>
              </a:ext>
            </a:extLst>
          </p:cNvPr>
          <p:cNvSpPr>
            <a:spLocks noGrp="1"/>
          </p:cNvSpPr>
          <p:nvPr>
            <p:ph type="body" sz="half" idx="21"/>
          </p:nvPr>
        </p:nvSpPr>
        <p:spPr>
          <a:xfrm>
            <a:off x="960665" y="4364227"/>
            <a:ext cx="7011488" cy="88325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12" name="Picture Placeholder 11">
            <a:extLst>
              <a:ext uri="{FF2B5EF4-FFF2-40B4-BE49-F238E27FC236}">
                <a16:creationId xmlns:a16="http://schemas.microsoft.com/office/drawing/2014/main" id="{BBB6EDE2-F53E-7B97-FF80-7764EECA4CCF}"/>
              </a:ext>
            </a:extLst>
          </p:cNvPr>
          <p:cNvSpPr>
            <a:spLocks noGrp="1"/>
          </p:cNvSpPr>
          <p:nvPr>
            <p:ph type="pic" sz="quarter" idx="22"/>
          </p:nvPr>
        </p:nvSpPr>
        <p:spPr>
          <a:xfrm>
            <a:off x="8485188" y="1925638"/>
            <a:ext cx="3097212" cy="4284662"/>
          </a:xfrm>
        </p:spPr>
        <p:txBody>
          <a:bodyPr/>
          <a:lstStyle/>
          <a:p>
            <a:endParaRPr lang="en-US"/>
          </a:p>
        </p:txBody>
      </p:sp>
    </p:spTree>
    <p:extLst>
      <p:ext uri="{BB962C8B-B14F-4D97-AF65-F5344CB8AC3E}">
        <p14:creationId xmlns:p14="http://schemas.microsoft.com/office/powerpoint/2010/main" val="150007234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681E5-DE3E-1E52-3179-344AB5B2A570}"/>
              </a:ext>
            </a:extLst>
          </p:cNvPr>
          <p:cNvSpPr>
            <a:spLocks noGrp="1"/>
          </p:cNvSpPr>
          <p:nvPr>
            <p:ph type="title"/>
          </p:nvPr>
        </p:nvSpPr>
        <p:spPr>
          <a:xfrm>
            <a:off x="609600" y="363537"/>
            <a:ext cx="10972800" cy="1230485"/>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689A41B8-CF99-8A7C-E16D-CFEF1E099C4C}"/>
              </a:ext>
            </a:extLst>
          </p:cNvPr>
          <p:cNvSpPr>
            <a:spLocks noGrp="1"/>
          </p:cNvSpPr>
          <p:nvPr>
            <p:ph type="dt" sz="half" idx="10"/>
          </p:nvPr>
        </p:nvSpPr>
        <p:spPr/>
        <p:txBody>
          <a:bodyPr/>
          <a:lstStyle/>
          <a:p>
            <a:fld id="{AA8A0EC6-5648-844A-8827-911B00959032}" type="datetimeFigureOut">
              <a:rPr lang="en-US" smtClean="0"/>
              <a:t>5/14/2026</a:t>
            </a:fld>
            <a:endParaRPr lang="en-US"/>
          </a:p>
        </p:txBody>
      </p:sp>
      <p:sp>
        <p:nvSpPr>
          <p:cNvPr id="4" name="Footer Placeholder 3">
            <a:extLst>
              <a:ext uri="{FF2B5EF4-FFF2-40B4-BE49-F238E27FC236}">
                <a16:creationId xmlns:a16="http://schemas.microsoft.com/office/drawing/2014/main" id="{F9989524-6BA7-0F2E-1749-175C6928696B}"/>
              </a:ext>
            </a:extLst>
          </p:cNvPr>
          <p:cNvSpPr>
            <a:spLocks noGrp="1"/>
          </p:cNvSpPr>
          <p:nvPr>
            <p:ph type="ftr" sz="quarter" idx="11"/>
          </p:nvPr>
        </p:nvSpPr>
        <p:spPr>
          <a:xfrm>
            <a:off x="4038600" y="6356350"/>
            <a:ext cx="4114800" cy="365125"/>
          </a:xfrm>
          <a:prstGeom prst="rect">
            <a:avLst/>
          </a:prstGeom>
        </p:spPr>
        <p:txBody>
          <a:bodyPr/>
          <a:lstStyle/>
          <a:p>
            <a:endParaRPr lang="en-US"/>
          </a:p>
        </p:txBody>
      </p:sp>
    </p:spTree>
    <p:extLst>
      <p:ext uri="{BB962C8B-B14F-4D97-AF65-F5344CB8AC3E}">
        <p14:creationId xmlns:p14="http://schemas.microsoft.com/office/powerpoint/2010/main" val="352459378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BE6759F-66EA-8EE3-A2F4-F15BA2F9B5C8}"/>
              </a:ext>
            </a:extLst>
          </p:cNvPr>
          <p:cNvSpPr>
            <a:spLocks noGrp="1"/>
          </p:cNvSpPr>
          <p:nvPr>
            <p:ph type="dt" sz="half" idx="10"/>
          </p:nvPr>
        </p:nvSpPr>
        <p:spPr/>
        <p:txBody>
          <a:bodyPr/>
          <a:lstStyle/>
          <a:p>
            <a:fld id="{AA8A0EC6-5648-844A-8827-911B00959032}" type="datetimeFigureOut">
              <a:rPr lang="en-US" smtClean="0"/>
              <a:t>5/14/2026</a:t>
            </a:fld>
            <a:endParaRPr lang="en-US"/>
          </a:p>
        </p:txBody>
      </p:sp>
      <p:sp>
        <p:nvSpPr>
          <p:cNvPr id="3" name="Footer Placeholder 2">
            <a:extLst>
              <a:ext uri="{FF2B5EF4-FFF2-40B4-BE49-F238E27FC236}">
                <a16:creationId xmlns:a16="http://schemas.microsoft.com/office/drawing/2014/main" id="{46548357-3F2C-483C-C0FC-FD9FB673CEB7}"/>
              </a:ext>
            </a:extLst>
          </p:cNvPr>
          <p:cNvSpPr>
            <a:spLocks noGrp="1"/>
          </p:cNvSpPr>
          <p:nvPr>
            <p:ph type="ftr" sz="quarter" idx="11"/>
          </p:nvPr>
        </p:nvSpPr>
        <p:spPr>
          <a:xfrm>
            <a:off x="4038600" y="6356350"/>
            <a:ext cx="4114800" cy="365125"/>
          </a:xfrm>
          <a:prstGeom prst="rect">
            <a:avLst/>
          </a:prstGeom>
        </p:spPr>
        <p:txBody>
          <a:bodyPr/>
          <a:lstStyle/>
          <a:p>
            <a:endParaRPr lang="en-US"/>
          </a:p>
        </p:txBody>
      </p:sp>
    </p:spTree>
    <p:extLst>
      <p:ext uri="{BB962C8B-B14F-4D97-AF65-F5344CB8AC3E}">
        <p14:creationId xmlns:p14="http://schemas.microsoft.com/office/powerpoint/2010/main" val="14664521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A4A77-C0EC-E90C-087A-E71757299BE7}"/>
              </a:ext>
            </a:extLst>
          </p:cNvPr>
          <p:cNvSpPr>
            <a:spLocks noGrp="1"/>
          </p:cNvSpPr>
          <p:nvPr>
            <p:ph type="ctrTitle"/>
          </p:nvPr>
        </p:nvSpPr>
        <p:spPr>
          <a:xfrm>
            <a:off x="609600" y="3926541"/>
            <a:ext cx="10972800" cy="1663044"/>
          </a:xfrm>
          <a:prstGeom prst="rect">
            <a:avLst/>
          </a:prstGeom>
        </p:spPr>
        <p:txBody>
          <a:bodyPr anchor="b"/>
          <a:lstStyle>
            <a:lvl1pPr algn="l">
              <a:defRPr sz="6000"/>
            </a:lvl1pPr>
          </a:lstStyle>
          <a:p>
            <a:r>
              <a:rPr lang="en-US" dirty="0"/>
              <a:t>Click to edit Master title style</a:t>
            </a:r>
          </a:p>
        </p:txBody>
      </p:sp>
      <p:sp>
        <p:nvSpPr>
          <p:cNvPr id="3" name="Subtitle 2">
            <a:extLst>
              <a:ext uri="{FF2B5EF4-FFF2-40B4-BE49-F238E27FC236}">
                <a16:creationId xmlns:a16="http://schemas.microsoft.com/office/drawing/2014/main" id="{C65AB453-76B0-1DBA-9EE3-645CA98047EC}"/>
              </a:ext>
            </a:extLst>
          </p:cNvPr>
          <p:cNvSpPr>
            <a:spLocks noGrp="1"/>
          </p:cNvSpPr>
          <p:nvPr>
            <p:ph type="subTitle" idx="1"/>
          </p:nvPr>
        </p:nvSpPr>
        <p:spPr>
          <a:xfrm>
            <a:off x="609600" y="5735636"/>
            <a:ext cx="10972800" cy="474663"/>
          </a:xfrm>
        </p:spPr>
        <p:txBody>
          <a:bodyPr anchor="b"/>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ru-RU" dirty="0"/>
          </a:p>
        </p:txBody>
      </p:sp>
      <p:sp>
        <p:nvSpPr>
          <p:cNvPr id="4" name="Date Placeholder 3">
            <a:extLst>
              <a:ext uri="{FF2B5EF4-FFF2-40B4-BE49-F238E27FC236}">
                <a16:creationId xmlns:a16="http://schemas.microsoft.com/office/drawing/2014/main" id="{F6729D4B-20DA-C5A9-370C-5C556DC7C209}"/>
              </a:ext>
            </a:extLst>
          </p:cNvPr>
          <p:cNvSpPr>
            <a:spLocks noGrp="1"/>
          </p:cNvSpPr>
          <p:nvPr>
            <p:ph type="dt" sz="half" idx="10"/>
          </p:nvPr>
        </p:nvSpPr>
        <p:spPr/>
        <p:txBody>
          <a:bodyPr/>
          <a:lstStyle/>
          <a:p>
            <a:fld id="{AA8A0EC6-5648-844A-8827-911B00959032}" type="datetimeFigureOut">
              <a:rPr lang="en-US" smtClean="0"/>
              <a:t>5/14/2026</a:t>
            </a:fld>
            <a:endParaRPr lang="en-US"/>
          </a:p>
        </p:txBody>
      </p:sp>
      <p:sp>
        <p:nvSpPr>
          <p:cNvPr id="5" name="Footer Placeholder 4">
            <a:extLst>
              <a:ext uri="{FF2B5EF4-FFF2-40B4-BE49-F238E27FC236}">
                <a16:creationId xmlns:a16="http://schemas.microsoft.com/office/drawing/2014/main" id="{ACC23F1A-779F-4295-3160-E943DBC0453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Picture Placeholder 8">
            <a:extLst>
              <a:ext uri="{FF2B5EF4-FFF2-40B4-BE49-F238E27FC236}">
                <a16:creationId xmlns:a16="http://schemas.microsoft.com/office/drawing/2014/main" id="{0849934F-55C5-A548-E041-1CB8C42DF0E6}"/>
              </a:ext>
            </a:extLst>
          </p:cNvPr>
          <p:cNvSpPr>
            <a:spLocks noGrp="1"/>
          </p:cNvSpPr>
          <p:nvPr>
            <p:ph type="pic" sz="quarter" idx="13"/>
          </p:nvPr>
        </p:nvSpPr>
        <p:spPr>
          <a:xfrm>
            <a:off x="0" y="0"/>
            <a:ext cx="12192000" cy="3926541"/>
          </a:xfrm>
        </p:spPr>
        <p:txBody>
          <a:bodyPr/>
          <a:lstStyle/>
          <a:p>
            <a:r>
              <a:rPr lang="en-US" dirty="0"/>
              <a:t>Click icon to add picture</a:t>
            </a:r>
          </a:p>
        </p:txBody>
      </p:sp>
    </p:spTree>
    <p:extLst>
      <p:ext uri="{BB962C8B-B14F-4D97-AF65-F5344CB8AC3E}">
        <p14:creationId xmlns:p14="http://schemas.microsoft.com/office/powerpoint/2010/main" val="30715029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theme" Target="../theme/theme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0B4A5C1-4667-C673-0B1E-82E8D8402E4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92FBE24-F29F-7673-80FA-9A489A32ECF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D3CE9FB-92F1-0727-218E-6B709EB2C00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3951B7-5837-40D7-A284-C287FC16DA88}" type="datetimeFigureOut">
              <a:rPr lang="en-IN" smtClean="0"/>
              <a:t>14-05-2026</a:t>
            </a:fld>
            <a:endParaRPr lang="en-IN"/>
          </a:p>
        </p:txBody>
      </p:sp>
      <p:sp>
        <p:nvSpPr>
          <p:cNvPr id="5" name="Footer Placeholder 4">
            <a:extLst>
              <a:ext uri="{FF2B5EF4-FFF2-40B4-BE49-F238E27FC236}">
                <a16:creationId xmlns:a16="http://schemas.microsoft.com/office/drawing/2014/main" id="{65BC5414-D89D-9D80-D7FC-2675B10DAEC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65CAF68-9170-504C-97A3-980630F1BB8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EFB1823-63EE-423F-9C0B-A09E9E56188F}" type="slidenum">
              <a:rPr lang="en-IN" smtClean="0"/>
              <a:t>‹#›</a:t>
            </a:fld>
            <a:endParaRPr lang="en-IN"/>
          </a:p>
        </p:txBody>
      </p:sp>
    </p:spTree>
    <p:extLst>
      <p:ext uri="{BB962C8B-B14F-4D97-AF65-F5344CB8AC3E}">
        <p14:creationId xmlns:p14="http://schemas.microsoft.com/office/powerpoint/2010/main" val="2461105346"/>
      </p:ext>
    </p:extLst>
  </p:cSld>
  <p:clrMap bg1="lt1" tx1="dk1" bg2="lt2" tx2="dk2" accent1="accent1" accent2="accent2" accent3="accent3" accent4="accent4" accent5="accent5" accent6="accent6" hlink="hlink" folHlink="folHlink"/>
  <p:sldLayoutIdLst>
    <p:sldLayoutId id="2147483732"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8357E25-C674-3745-6594-912F15B9826E}"/>
              </a:ext>
            </a:extLst>
          </p:cNvPr>
          <p:cNvSpPr>
            <a:spLocks noGrp="1"/>
          </p:cNvSpPr>
          <p:nvPr>
            <p:ph type="body" idx="1"/>
          </p:nvPr>
        </p:nvSpPr>
        <p:spPr>
          <a:xfrm>
            <a:off x="952500" y="1847056"/>
            <a:ext cx="106299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FF64DF9-DAEC-F283-848F-16438F855A8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A8A0EC6-5648-844A-8827-911B00959032}" type="datetimeFigureOut">
              <a:rPr lang="en-US" smtClean="0"/>
              <a:t>5/14/2026</a:t>
            </a:fld>
            <a:endParaRPr lang="en-US"/>
          </a:p>
        </p:txBody>
      </p:sp>
      <p:sp>
        <p:nvSpPr>
          <p:cNvPr id="10" name="Title Placeholder 9">
            <a:extLst>
              <a:ext uri="{FF2B5EF4-FFF2-40B4-BE49-F238E27FC236}">
                <a16:creationId xmlns:a16="http://schemas.microsoft.com/office/drawing/2014/main" id="{2390A06B-2D1F-A145-446B-BF268052479A}"/>
              </a:ext>
            </a:extLst>
          </p:cNvPr>
          <p:cNvSpPr>
            <a:spLocks noGrp="1"/>
          </p:cNvSpPr>
          <p:nvPr>
            <p:ph type="title"/>
          </p:nvPr>
        </p:nvSpPr>
        <p:spPr>
          <a:xfrm>
            <a:off x="952500" y="363537"/>
            <a:ext cx="10629900" cy="1236663"/>
          </a:xfrm>
          <a:prstGeom prst="rect">
            <a:avLst/>
          </a:prstGeom>
        </p:spPr>
        <p:txBody>
          <a:bodyPr vert="horz" lIns="91440" tIns="45720" rIns="91440" bIns="45720" rtlCol="0" anchor="ctr">
            <a:normAutofit/>
          </a:bodyPr>
          <a:lstStyle/>
          <a:p>
            <a:r>
              <a:rPr lang="en-US" dirty="0"/>
              <a:t>Click to edit Master title style</a:t>
            </a:r>
          </a:p>
        </p:txBody>
      </p:sp>
      <p:sp>
        <p:nvSpPr>
          <p:cNvPr id="13" name="Footer Placeholder 12">
            <a:extLst>
              <a:ext uri="{FF2B5EF4-FFF2-40B4-BE49-F238E27FC236}">
                <a16:creationId xmlns:a16="http://schemas.microsoft.com/office/drawing/2014/main" id="{2D227A9A-BF27-C878-C29C-004A9358CE3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14" name="TextBox 13">
            <a:extLst>
              <a:ext uri="{FF2B5EF4-FFF2-40B4-BE49-F238E27FC236}">
                <a16:creationId xmlns:a16="http://schemas.microsoft.com/office/drawing/2014/main" id="{7269396F-CFCA-FDCB-4DCE-DD40BD52D5F3}"/>
              </a:ext>
            </a:extLst>
          </p:cNvPr>
          <p:cNvSpPr txBox="1"/>
          <p:nvPr userDrawn="1"/>
        </p:nvSpPr>
        <p:spPr>
          <a:xfrm>
            <a:off x="8444753" y="6505221"/>
            <a:ext cx="3137647" cy="246221"/>
          </a:xfrm>
          <a:prstGeom prst="rect">
            <a:avLst/>
          </a:prstGeom>
          <a:noFill/>
        </p:spPr>
        <p:txBody>
          <a:bodyPr wrap="square" rtlCol="0">
            <a:spAutoFit/>
          </a:bodyPr>
          <a:lstStyle/>
          <a:p>
            <a:pPr algn="r"/>
            <a:r>
              <a:rPr lang="en-US" sz="1000" dirty="0">
                <a:solidFill>
                  <a:schemeClr val="bg1">
                    <a:lumMod val="65000"/>
                  </a:schemeClr>
                </a:solidFill>
              </a:rPr>
              <a:t>Photos provided by </a:t>
            </a:r>
            <a:r>
              <a:rPr lang="en-US" sz="1000" dirty="0" err="1">
                <a:solidFill>
                  <a:schemeClr val="bg1">
                    <a:lumMod val="65000"/>
                  </a:schemeClr>
                </a:solidFill>
              </a:rPr>
              <a:t>Pexels</a:t>
            </a:r>
            <a:endParaRPr lang="en-US" sz="1000" dirty="0">
              <a:solidFill>
                <a:schemeClr val="bg1">
                  <a:lumMod val="65000"/>
                </a:schemeClr>
              </a:solidFill>
            </a:endParaRPr>
          </a:p>
        </p:txBody>
      </p:sp>
    </p:spTree>
    <p:extLst>
      <p:ext uri="{BB962C8B-B14F-4D97-AF65-F5344CB8AC3E}">
        <p14:creationId xmlns:p14="http://schemas.microsoft.com/office/powerpoint/2010/main" val="3695551797"/>
      </p:ext>
    </p:extLst>
  </p:cSld>
  <p:clrMap bg1="lt1" tx1="dk1" bg2="lt2" tx2="dk2" accent1="accent1" accent2="accent2" accent3="accent3" accent4="accent4" accent5="accent5" accent6="accent6" hlink="hlink" folHlink="folHlink"/>
  <p:sldLayoutIdLst>
    <p:sldLayoutId id="2147483722" r:id="rId1"/>
    <p:sldLayoutId id="2147483723" r:id="rId2"/>
    <p:sldLayoutId id="2147483724" r:id="rId3"/>
    <p:sldLayoutId id="2147483725" r:id="rId4"/>
    <p:sldLayoutId id="2147483726" r:id="rId5"/>
    <p:sldLayoutId id="2147483727" r:id="rId6"/>
    <p:sldLayoutId id="2147483728" r:id="rId7"/>
    <p:sldLayoutId id="2147483729" r:id="rId8"/>
    <p:sldLayoutId id="2147483730" r:id="rId9"/>
    <p:sldLayoutId id="2147483720" r:id="rId10"/>
  </p:sldLayoutIdLst>
  <p:txStyles>
    <p:titleStyle>
      <a:lvl1pPr algn="l" defTabSz="914400" rtl="0" eaLnBrk="1" latinLnBrk="0" hangingPunct="1">
        <a:lnSpc>
          <a:spcPct val="90000"/>
        </a:lnSpc>
        <a:spcBef>
          <a:spcPct val="0"/>
        </a:spcBef>
        <a:buNone/>
        <a:defRPr sz="4400" kern="1200">
          <a:solidFill>
            <a:schemeClr val="tx1">
              <a:lumMod val="75000"/>
              <a:lumOff val="25000"/>
            </a:schemeClr>
          </a:solidFill>
          <a:latin typeface="+mn-lt"/>
          <a:ea typeface="+mj-ea"/>
          <a:cs typeface="MV Boli" panose="02000500030200090000"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
          <p15:clr>
            <a:srgbClr val="F26B43"/>
          </p15:clr>
        </p15:guide>
        <p15:guide id="2" pos="384">
          <p15:clr>
            <a:srgbClr val="F26B43"/>
          </p15:clr>
        </p15:guide>
        <p15:guide id="3" pos="600">
          <p15:clr>
            <a:srgbClr val="F26B43"/>
          </p15:clr>
        </p15:guide>
        <p15:guide id="4" pos="7296">
          <p15:clr>
            <a:srgbClr val="F26B43"/>
          </p15:clr>
        </p15:guide>
        <p15:guide id="5" orient="horz" pos="3912">
          <p15:clr>
            <a:srgbClr val="F26B43"/>
          </p15:clr>
        </p15:guide>
        <p15:guide id="6" orient="horz" pos="100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slide" Target="slide4.xml"/><Relationship Id="rId3" Type="http://schemas.openxmlformats.org/officeDocument/2006/relationships/diagramLayout" Target="../diagrams/layout1.xml"/><Relationship Id="rId7" Type="http://schemas.openxmlformats.org/officeDocument/2006/relationships/slide" Target="slide2.xml"/><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6.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1.png"/><Relationship Id="rId7" Type="http://schemas.openxmlformats.org/officeDocument/2006/relationships/diagramColors" Target="../diagrams/colors2.xml"/><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1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3C344C5-228E-F045-01B5-63A5ECF7886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0207690" y="6227099"/>
            <a:ext cx="1785976" cy="462949"/>
          </a:xfrm>
          <a:prstGeom prst="rect">
            <a:avLst/>
          </a:prstGeom>
        </p:spPr>
      </p:pic>
      <p:sp>
        <p:nvSpPr>
          <p:cNvPr id="3" name="TextBox 2">
            <a:extLst>
              <a:ext uri="{FF2B5EF4-FFF2-40B4-BE49-F238E27FC236}">
                <a16:creationId xmlns:a16="http://schemas.microsoft.com/office/drawing/2014/main" id="{E6CF5FCF-8DC9-98FB-E48A-4251EA574F9D}"/>
              </a:ext>
            </a:extLst>
          </p:cNvPr>
          <p:cNvSpPr txBox="1"/>
          <p:nvPr/>
        </p:nvSpPr>
        <p:spPr>
          <a:xfrm>
            <a:off x="86367" y="1260813"/>
            <a:ext cx="7070212" cy="1754326"/>
          </a:xfrm>
          <a:prstGeom prst="rect">
            <a:avLst/>
          </a:prstGeom>
          <a:noFill/>
          <a:effectLst>
            <a:innerShdw blurRad="63500" dist="50800" dir="8100000">
              <a:prstClr val="black">
                <a:alpha val="50000"/>
              </a:prstClr>
            </a:innerShdw>
          </a:effectLst>
        </p:spPr>
        <p:txBody>
          <a:bodyPr wrap="square" rtlCol="0">
            <a:spAutoFit/>
          </a:bodyPr>
          <a:lstStyle/>
          <a:p>
            <a:r>
              <a:rPr lang="en-IN" sz="5400" b="1" dirty="0">
                <a:solidFill>
                  <a:schemeClr val="accent1">
                    <a:lumMod val="75000"/>
                  </a:schemeClr>
                </a:solidFill>
                <a:effectLst>
                  <a:outerShdw blurRad="38100" dist="38100" dir="2700000" algn="tl">
                    <a:srgbClr val="000000">
                      <a:alpha val="43137"/>
                    </a:srgbClr>
                  </a:outerShdw>
                </a:effectLst>
                <a:latin typeface="Rockwell" panose="02060603020205020403" pitchFamily="18" charset="0"/>
              </a:rPr>
              <a:t>Hotel Reservation    Cancellations</a:t>
            </a:r>
          </a:p>
        </p:txBody>
      </p:sp>
      <p:sp>
        <p:nvSpPr>
          <p:cNvPr id="6" name="TextBox 5">
            <a:extLst>
              <a:ext uri="{FF2B5EF4-FFF2-40B4-BE49-F238E27FC236}">
                <a16:creationId xmlns:a16="http://schemas.microsoft.com/office/drawing/2014/main" id="{96356D77-F299-2AFA-67C4-C0AC405938F8}"/>
              </a:ext>
            </a:extLst>
          </p:cNvPr>
          <p:cNvSpPr txBox="1"/>
          <p:nvPr/>
        </p:nvSpPr>
        <p:spPr>
          <a:xfrm>
            <a:off x="171379" y="3720201"/>
            <a:ext cx="6900190" cy="1754326"/>
          </a:xfrm>
          <a:prstGeom prst="rect">
            <a:avLst/>
          </a:prstGeom>
          <a:solidFill>
            <a:schemeClr val="tx2">
              <a:lumMod val="20000"/>
              <a:lumOff val="80000"/>
            </a:schemeClr>
          </a:solidFill>
        </p:spPr>
        <p:txBody>
          <a:bodyPr wrap="square" rtlCol="0">
            <a:spAutoFit/>
          </a:bodyPr>
          <a:lstStyle/>
          <a:p>
            <a:r>
              <a:rPr lang="en-US" dirty="0">
                <a:solidFill>
                  <a:srgbClr val="1C1A55"/>
                </a:solidFill>
                <a:latin typeface="Rockwell" panose="02060603020205020403" pitchFamily="18" charset="0"/>
              </a:rPr>
              <a:t>Develop robust machine learning models to accurately predict hotel reservation cancellations. By utilizing these models, the company aims to improve revenue management, optimize resource allocation, and potentially implement targeted retention strategies</a:t>
            </a:r>
            <a:br>
              <a:rPr lang="en-US" dirty="0">
                <a:solidFill>
                  <a:srgbClr val="1C1A55"/>
                </a:solidFill>
                <a:latin typeface="Rockwell" panose="02060603020205020403" pitchFamily="18" charset="0"/>
              </a:rPr>
            </a:br>
            <a:endParaRPr lang="en-IN" dirty="0">
              <a:solidFill>
                <a:srgbClr val="1C1A55"/>
              </a:solidFill>
              <a:latin typeface="Rockwell" panose="02060603020205020403" pitchFamily="18" charset="0"/>
            </a:endParaRPr>
          </a:p>
        </p:txBody>
      </p:sp>
      <p:sp>
        <p:nvSpPr>
          <p:cNvPr id="4" name="TextBox 3">
            <a:extLst>
              <a:ext uri="{FF2B5EF4-FFF2-40B4-BE49-F238E27FC236}">
                <a16:creationId xmlns:a16="http://schemas.microsoft.com/office/drawing/2014/main" id="{5F7B1345-C3DD-C953-0A64-8A22840DD589}"/>
              </a:ext>
            </a:extLst>
          </p:cNvPr>
          <p:cNvSpPr txBox="1"/>
          <p:nvPr/>
        </p:nvSpPr>
        <p:spPr>
          <a:xfrm>
            <a:off x="8977994" y="5779489"/>
            <a:ext cx="3487988" cy="338554"/>
          </a:xfrm>
          <a:prstGeom prst="rect">
            <a:avLst/>
          </a:prstGeom>
          <a:noFill/>
        </p:spPr>
        <p:txBody>
          <a:bodyPr wrap="square" rtlCol="0">
            <a:spAutoFit/>
          </a:bodyPr>
          <a:lstStyle/>
          <a:p>
            <a:r>
              <a:rPr lang="en-US" sz="1600" dirty="0">
                <a:latin typeface="Rockwell" panose="02060603020205020403" pitchFamily="18" charset="0"/>
              </a:rPr>
              <a:t>Presented By :Karan Singh</a:t>
            </a:r>
            <a:endParaRPr lang="en-IN" sz="1600" dirty="0">
              <a:latin typeface="Rockwell" panose="02060603020205020403" pitchFamily="18" charset="0"/>
            </a:endParaRPr>
          </a:p>
        </p:txBody>
      </p:sp>
      <p:pic>
        <p:nvPicPr>
          <p:cNvPr id="10" name="Picture 9">
            <a:extLst>
              <a:ext uri="{FF2B5EF4-FFF2-40B4-BE49-F238E27FC236}">
                <a16:creationId xmlns:a16="http://schemas.microsoft.com/office/drawing/2014/main" id="{F44CB41A-722E-FB57-6481-81ACC3940BB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7156579" y="1260813"/>
            <a:ext cx="4949054" cy="4213714"/>
          </a:xfrm>
          <a:prstGeom prst="rect">
            <a:avLst/>
          </a:prstGeom>
        </p:spPr>
      </p:pic>
    </p:spTree>
    <p:extLst>
      <p:ext uri="{BB962C8B-B14F-4D97-AF65-F5344CB8AC3E}">
        <p14:creationId xmlns:p14="http://schemas.microsoft.com/office/powerpoint/2010/main" val="21460526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Diagram 5">
            <a:extLst>
              <a:ext uri="{FF2B5EF4-FFF2-40B4-BE49-F238E27FC236}">
                <a16:creationId xmlns:a16="http://schemas.microsoft.com/office/drawing/2014/main" id="{73126884-D133-EACC-EF82-F0FA8F39B1EE}"/>
              </a:ext>
            </a:extLst>
          </p:cNvPr>
          <p:cNvGraphicFramePr/>
          <p:nvPr>
            <p:extLst>
              <p:ext uri="{D42A27DB-BD31-4B8C-83A1-F6EECF244321}">
                <p14:modId xmlns:p14="http://schemas.microsoft.com/office/powerpoint/2010/main" val="2082233209"/>
              </p:ext>
            </p:extLst>
          </p:nvPr>
        </p:nvGraphicFramePr>
        <p:xfrm>
          <a:off x="703712" y="684517"/>
          <a:ext cx="6678865" cy="605501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TextBox 7">
            <a:extLst>
              <a:ext uri="{FF2B5EF4-FFF2-40B4-BE49-F238E27FC236}">
                <a16:creationId xmlns:a16="http://schemas.microsoft.com/office/drawing/2014/main" id="{3715055A-B934-8339-F787-431C6A40AD12}"/>
              </a:ext>
            </a:extLst>
          </p:cNvPr>
          <p:cNvSpPr txBox="1"/>
          <p:nvPr/>
        </p:nvSpPr>
        <p:spPr>
          <a:xfrm>
            <a:off x="1367225" y="3232591"/>
            <a:ext cx="2556744" cy="323165"/>
          </a:xfrm>
          <a:prstGeom prst="rect">
            <a:avLst/>
          </a:prstGeom>
          <a:noFill/>
        </p:spPr>
        <p:txBody>
          <a:bodyPr wrap="square" rtlCol="0">
            <a:spAutoFit/>
          </a:bodyPr>
          <a:lstStyle/>
          <a:p>
            <a:r>
              <a:rPr lang="en-US" sz="1500" b="1" dirty="0">
                <a:solidFill>
                  <a:srgbClr val="002060"/>
                </a:solidFill>
                <a:latin typeface="Copperplate Gothic Bold" panose="020E0705020206020404" pitchFamily="34" charset="0"/>
              </a:rPr>
              <a:t>Feature Extraction</a:t>
            </a:r>
          </a:p>
        </p:txBody>
      </p:sp>
      <p:sp>
        <p:nvSpPr>
          <p:cNvPr id="9" name="TextBox 8">
            <a:extLst>
              <a:ext uri="{FF2B5EF4-FFF2-40B4-BE49-F238E27FC236}">
                <a16:creationId xmlns:a16="http://schemas.microsoft.com/office/drawing/2014/main" id="{4C87264A-38C3-99C8-717F-A13A0A590396}"/>
              </a:ext>
            </a:extLst>
          </p:cNvPr>
          <p:cNvSpPr txBox="1"/>
          <p:nvPr/>
        </p:nvSpPr>
        <p:spPr>
          <a:xfrm>
            <a:off x="1409767" y="3478872"/>
            <a:ext cx="3073280" cy="246221"/>
          </a:xfrm>
          <a:prstGeom prst="rect">
            <a:avLst/>
          </a:prstGeom>
          <a:noFill/>
        </p:spPr>
        <p:txBody>
          <a:bodyPr wrap="square" rtlCol="0">
            <a:spAutoFit/>
          </a:bodyPr>
          <a:lstStyle/>
          <a:p>
            <a:pPr marL="171450" indent="-171450">
              <a:buFont typeface="Arial" panose="020B0604020202020204" pitchFamily="34" charset="0"/>
              <a:buChar char="•"/>
            </a:pPr>
            <a:r>
              <a:rPr lang="en-US" sz="1000" dirty="0">
                <a:solidFill>
                  <a:schemeClr val="accent1">
                    <a:lumMod val="50000"/>
                  </a:schemeClr>
                </a:solidFill>
                <a:latin typeface="Century Gothic" panose="020B0502020202020204" pitchFamily="34" charset="0"/>
              </a:rPr>
              <a:t>Divide Features into X and Y</a:t>
            </a:r>
          </a:p>
        </p:txBody>
      </p:sp>
      <p:sp>
        <p:nvSpPr>
          <p:cNvPr id="10" name="TextBox 9">
            <a:extLst>
              <a:ext uri="{FF2B5EF4-FFF2-40B4-BE49-F238E27FC236}">
                <a16:creationId xmlns:a16="http://schemas.microsoft.com/office/drawing/2014/main" id="{34A155E8-B3DE-03B8-233A-A8D11FC1E6B4}"/>
              </a:ext>
            </a:extLst>
          </p:cNvPr>
          <p:cNvSpPr txBox="1"/>
          <p:nvPr/>
        </p:nvSpPr>
        <p:spPr>
          <a:xfrm>
            <a:off x="1387720" y="3621669"/>
            <a:ext cx="3444942" cy="246221"/>
          </a:xfrm>
          <a:prstGeom prst="rect">
            <a:avLst/>
          </a:prstGeom>
          <a:noFill/>
        </p:spPr>
        <p:txBody>
          <a:bodyPr wrap="square" rtlCol="0">
            <a:spAutoFit/>
          </a:bodyPr>
          <a:lstStyle/>
          <a:p>
            <a:pPr marL="171450" indent="-171450">
              <a:buFont typeface="Arial" panose="020B0604020202020204" pitchFamily="34" charset="0"/>
              <a:buChar char="•"/>
            </a:pPr>
            <a:r>
              <a:rPr lang="en-US" sz="1000" dirty="0">
                <a:solidFill>
                  <a:schemeClr val="accent1">
                    <a:lumMod val="50000"/>
                  </a:schemeClr>
                </a:solidFill>
                <a:latin typeface="Century Gothic" panose="020B0502020202020204" pitchFamily="34" charset="0"/>
              </a:rPr>
              <a:t>Machine Learning / Deep learning </a:t>
            </a:r>
          </a:p>
        </p:txBody>
      </p:sp>
      <p:sp>
        <p:nvSpPr>
          <p:cNvPr id="11" name="TextBox 10">
            <a:extLst>
              <a:ext uri="{FF2B5EF4-FFF2-40B4-BE49-F238E27FC236}">
                <a16:creationId xmlns:a16="http://schemas.microsoft.com/office/drawing/2014/main" id="{0BBCC4F1-5BFC-6D10-B5FF-6474BB81EDAF}"/>
              </a:ext>
            </a:extLst>
          </p:cNvPr>
          <p:cNvSpPr txBox="1"/>
          <p:nvPr/>
        </p:nvSpPr>
        <p:spPr>
          <a:xfrm>
            <a:off x="1449218" y="4091082"/>
            <a:ext cx="2931146" cy="323165"/>
          </a:xfrm>
          <a:prstGeom prst="rect">
            <a:avLst/>
          </a:prstGeom>
          <a:noFill/>
        </p:spPr>
        <p:txBody>
          <a:bodyPr wrap="square" rtlCol="0">
            <a:spAutoFit/>
          </a:bodyPr>
          <a:lstStyle/>
          <a:p>
            <a:r>
              <a:rPr lang="en-US" sz="1500" b="1" dirty="0">
                <a:solidFill>
                  <a:srgbClr val="002060"/>
                </a:solidFill>
                <a:latin typeface="Copperplate Gothic Bold" panose="020E0705020206020404" pitchFamily="34" charset="0"/>
              </a:rPr>
              <a:t>Methodology</a:t>
            </a:r>
          </a:p>
        </p:txBody>
      </p:sp>
      <p:sp>
        <p:nvSpPr>
          <p:cNvPr id="13" name="TextBox 12">
            <a:extLst>
              <a:ext uri="{FF2B5EF4-FFF2-40B4-BE49-F238E27FC236}">
                <a16:creationId xmlns:a16="http://schemas.microsoft.com/office/drawing/2014/main" id="{79F2E16B-215D-42D5-1BAE-0DD5078C32F1}"/>
              </a:ext>
            </a:extLst>
          </p:cNvPr>
          <p:cNvSpPr txBox="1"/>
          <p:nvPr/>
        </p:nvSpPr>
        <p:spPr>
          <a:xfrm>
            <a:off x="1432590" y="4320536"/>
            <a:ext cx="2805640" cy="246221"/>
          </a:xfrm>
          <a:prstGeom prst="rect">
            <a:avLst/>
          </a:prstGeom>
          <a:noFill/>
        </p:spPr>
        <p:txBody>
          <a:bodyPr wrap="square" rtlCol="0">
            <a:spAutoFit/>
          </a:bodyPr>
          <a:lstStyle/>
          <a:p>
            <a:pPr marL="171450" indent="-171450">
              <a:buFont typeface="Arial" panose="020B0604020202020204" pitchFamily="34" charset="0"/>
              <a:buChar char="•"/>
            </a:pPr>
            <a:r>
              <a:rPr lang="en-US" sz="1000" dirty="0">
                <a:solidFill>
                  <a:schemeClr val="accent1">
                    <a:lumMod val="50000"/>
                  </a:schemeClr>
                </a:solidFill>
                <a:latin typeface="Century Gothic" panose="020B0502020202020204" pitchFamily="34" charset="0"/>
              </a:rPr>
              <a:t>Algorithms or Models Used</a:t>
            </a:r>
          </a:p>
        </p:txBody>
      </p:sp>
      <p:sp>
        <p:nvSpPr>
          <p:cNvPr id="14" name="TextBox 13">
            <a:extLst>
              <a:ext uri="{FF2B5EF4-FFF2-40B4-BE49-F238E27FC236}">
                <a16:creationId xmlns:a16="http://schemas.microsoft.com/office/drawing/2014/main" id="{D301F478-8387-0C71-16D7-DF53DF9C7AA8}"/>
              </a:ext>
            </a:extLst>
          </p:cNvPr>
          <p:cNvSpPr txBox="1"/>
          <p:nvPr/>
        </p:nvSpPr>
        <p:spPr>
          <a:xfrm>
            <a:off x="1449218" y="4480532"/>
            <a:ext cx="2805640" cy="246221"/>
          </a:xfrm>
          <a:prstGeom prst="rect">
            <a:avLst/>
          </a:prstGeom>
          <a:noFill/>
        </p:spPr>
        <p:txBody>
          <a:bodyPr wrap="square" rtlCol="0">
            <a:spAutoFit/>
          </a:bodyPr>
          <a:lstStyle/>
          <a:p>
            <a:pPr marL="171450" indent="-171450">
              <a:buFont typeface="Arial" panose="020B0604020202020204" pitchFamily="34" charset="0"/>
              <a:buChar char="•"/>
            </a:pPr>
            <a:r>
              <a:rPr lang="en-US" sz="1000" dirty="0">
                <a:solidFill>
                  <a:schemeClr val="accent1">
                    <a:lumMod val="50000"/>
                  </a:schemeClr>
                </a:solidFill>
                <a:latin typeface="Century Gothic" panose="020B0502020202020204" pitchFamily="34" charset="0"/>
              </a:rPr>
              <a:t>Compare each Evaluate Algorithm</a:t>
            </a:r>
          </a:p>
        </p:txBody>
      </p:sp>
      <p:sp>
        <p:nvSpPr>
          <p:cNvPr id="17" name="TextBox 16">
            <a:extLst>
              <a:ext uri="{FF2B5EF4-FFF2-40B4-BE49-F238E27FC236}">
                <a16:creationId xmlns:a16="http://schemas.microsoft.com/office/drawing/2014/main" id="{66CD898B-76BB-C04E-CD05-880C82256D88}"/>
              </a:ext>
            </a:extLst>
          </p:cNvPr>
          <p:cNvSpPr txBox="1"/>
          <p:nvPr/>
        </p:nvSpPr>
        <p:spPr>
          <a:xfrm>
            <a:off x="1367225" y="4935889"/>
            <a:ext cx="2556744" cy="323165"/>
          </a:xfrm>
          <a:prstGeom prst="rect">
            <a:avLst/>
          </a:prstGeom>
          <a:noFill/>
        </p:spPr>
        <p:txBody>
          <a:bodyPr wrap="square" rtlCol="0">
            <a:spAutoFit/>
          </a:bodyPr>
          <a:lstStyle/>
          <a:p>
            <a:r>
              <a:rPr lang="en-US" sz="1500" b="1" dirty="0">
                <a:solidFill>
                  <a:srgbClr val="002060"/>
                </a:solidFill>
                <a:latin typeface="Copperplate Gothic Bold" panose="020E0705020206020404" pitchFamily="34" charset="0"/>
              </a:rPr>
              <a:t>Experimental results</a:t>
            </a:r>
          </a:p>
        </p:txBody>
      </p:sp>
      <p:sp>
        <p:nvSpPr>
          <p:cNvPr id="18" name="TextBox 17">
            <a:extLst>
              <a:ext uri="{FF2B5EF4-FFF2-40B4-BE49-F238E27FC236}">
                <a16:creationId xmlns:a16="http://schemas.microsoft.com/office/drawing/2014/main" id="{BBA8EF7C-47C3-B291-4321-F6E21D61D94A}"/>
              </a:ext>
            </a:extLst>
          </p:cNvPr>
          <p:cNvSpPr txBox="1"/>
          <p:nvPr/>
        </p:nvSpPr>
        <p:spPr>
          <a:xfrm>
            <a:off x="1387720" y="5180600"/>
            <a:ext cx="3073280" cy="246221"/>
          </a:xfrm>
          <a:prstGeom prst="rect">
            <a:avLst/>
          </a:prstGeom>
          <a:noFill/>
        </p:spPr>
        <p:txBody>
          <a:bodyPr wrap="square" rtlCol="0">
            <a:spAutoFit/>
          </a:bodyPr>
          <a:lstStyle/>
          <a:p>
            <a:pPr marL="171450" indent="-171450">
              <a:buFont typeface="Arial" panose="020B0604020202020204" pitchFamily="34" charset="0"/>
              <a:buChar char="•"/>
            </a:pPr>
            <a:r>
              <a:rPr lang="en-US" sz="1000" dirty="0">
                <a:solidFill>
                  <a:schemeClr val="accent1">
                    <a:lumMod val="50000"/>
                  </a:schemeClr>
                </a:solidFill>
                <a:latin typeface="Century Gothic" panose="020B0502020202020204" pitchFamily="34" charset="0"/>
              </a:rPr>
              <a:t>Visuals of Compared models</a:t>
            </a:r>
          </a:p>
        </p:txBody>
      </p:sp>
      <p:sp>
        <p:nvSpPr>
          <p:cNvPr id="20" name="TextBox 19">
            <a:extLst>
              <a:ext uri="{FF2B5EF4-FFF2-40B4-BE49-F238E27FC236}">
                <a16:creationId xmlns:a16="http://schemas.microsoft.com/office/drawing/2014/main" id="{5ED76213-9A31-F6EE-421E-953D485733BF}"/>
              </a:ext>
            </a:extLst>
          </p:cNvPr>
          <p:cNvSpPr txBox="1"/>
          <p:nvPr/>
        </p:nvSpPr>
        <p:spPr>
          <a:xfrm>
            <a:off x="1367225" y="5303710"/>
            <a:ext cx="3073280" cy="246221"/>
          </a:xfrm>
          <a:prstGeom prst="rect">
            <a:avLst/>
          </a:prstGeom>
          <a:noFill/>
        </p:spPr>
        <p:txBody>
          <a:bodyPr wrap="square" rtlCol="0">
            <a:spAutoFit/>
          </a:bodyPr>
          <a:lstStyle/>
          <a:p>
            <a:pPr marL="171450" indent="-171450">
              <a:buFont typeface="Arial" panose="020B0604020202020204" pitchFamily="34" charset="0"/>
              <a:buChar char="•"/>
            </a:pPr>
            <a:r>
              <a:rPr lang="en-US" sz="1000" dirty="0">
                <a:solidFill>
                  <a:schemeClr val="accent1">
                    <a:lumMod val="50000"/>
                  </a:schemeClr>
                </a:solidFill>
                <a:latin typeface="Century Gothic" panose="020B0502020202020204" pitchFamily="34" charset="0"/>
              </a:rPr>
              <a:t>Accuracy, confusion matrix  of models</a:t>
            </a:r>
          </a:p>
        </p:txBody>
      </p:sp>
      <p:sp>
        <p:nvSpPr>
          <p:cNvPr id="21" name="TextBox 20">
            <a:extLst>
              <a:ext uri="{FF2B5EF4-FFF2-40B4-BE49-F238E27FC236}">
                <a16:creationId xmlns:a16="http://schemas.microsoft.com/office/drawing/2014/main" id="{2208F0DB-AD11-EA58-90BB-AEEC5E274110}"/>
              </a:ext>
            </a:extLst>
          </p:cNvPr>
          <p:cNvSpPr txBox="1"/>
          <p:nvPr/>
        </p:nvSpPr>
        <p:spPr>
          <a:xfrm>
            <a:off x="1449218" y="5767722"/>
            <a:ext cx="2931146" cy="323165"/>
          </a:xfrm>
          <a:prstGeom prst="rect">
            <a:avLst/>
          </a:prstGeom>
          <a:noFill/>
        </p:spPr>
        <p:txBody>
          <a:bodyPr wrap="square" rtlCol="0">
            <a:spAutoFit/>
          </a:bodyPr>
          <a:lstStyle/>
          <a:p>
            <a:r>
              <a:rPr lang="en-US" sz="1500" b="1" dirty="0">
                <a:solidFill>
                  <a:srgbClr val="002060"/>
                </a:solidFill>
                <a:latin typeface="Copperplate Gothic Bold" panose="020E0705020206020404" pitchFamily="34" charset="0"/>
              </a:rPr>
              <a:t>Conclusion</a:t>
            </a:r>
          </a:p>
        </p:txBody>
      </p:sp>
      <p:sp>
        <p:nvSpPr>
          <p:cNvPr id="22" name="TextBox 21">
            <a:extLst>
              <a:ext uri="{FF2B5EF4-FFF2-40B4-BE49-F238E27FC236}">
                <a16:creationId xmlns:a16="http://schemas.microsoft.com/office/drawing/2014/main" id="{69709600-8E71-D9AA-EA7C-0EE0C0C57025}"/>
              </a:ext>
            </a:extLst>
          </p:cNvPr>
          <p:cNvSpPr txBox="1"/>
          <p:nvPr/>
        </p:nvSpPr>
        <p:spPr>
          <a:xfrm>
            <a:off x="1449218" y="5993941"/>
            <a:ext cx="2805640" cy="246221"/>
          </a:xfrm>
          <a:prstGeom prst="rect">
            <a:avLst/>
          </a:prstGeom>
          <a:noFill/>
        </p:spPr>
        <p:txBody>
          <a:bodyPr wrap="square" rtlCol="0">
            <a:spAutoFit/>
          </a:bodyPr>
          <a:lstStyle/>
          <a:p>
            <a:pPr marL="171450" indent="-171450">
              <a:buFont typeface="Arial" panose="020B0604020202020204" pitchFamily="34" charset="0"/>
              <a:buChar char="•"/>
            </a:pPr>
            <a:r>
              <a:rPr lang="en-US" sz="1000" dirty="0">
                <a:solidFill>
                  <a:schemeClr val="accent1">
                    <a:lumMod val="50000"/>
                  </a:schemeClr>
                </a:solidFill>
                <a:latin typeface="Century Gothic" panose="020B0502020202020204" pitchFamily="34" charset="0"/>
              </a:rPr>
              <a:t>Importance of the used approach</a:t>
            </a:r>
          </a:p>
        </p:txBody>
      </p:sp>
      <p:sp>
        <p:nvSpPr>
          <p:cNvPr id="23" name="TextBox 22">
            <a:extLst>
              <a:ext uri="{FF2B5EF4-FFF2-40B4-BE49-F238E27FC236}">
                <a16:creationId xmlns:a16="http://schemas.microsoft.com/office/drawing/2014/main" id="{B8F69B76-DC2E-C7A1-65E7-4A08671C0295}"/>
              </a:ext>
            </a:extLst>
          </p:cNvPr>
          <p:cNvSpPr txBox="1"/>
          <p:nvPr/>
        </p:nvSpPr>
        <p:spPr>
          <a:xfrm>
            <a:off x="1449218" y="6127773"/>
            <a:ext cx="2805640" cy="246221"/>
          </a:xfrm>
          <a:prstGeom prst="rect">
            <a:avLst/>
          </a:prstGeom>
          <a:noFill/>
        </p:spPr>
        <p:txBody>
          <a:bodyPr wrap="square" rtlCol="0">
            <a:spAutoFit/>
          </a:bodyPr>
          <a:lstStyle/>
          <a:p>
            <a:pPr marL="171450" indent="-171450">
              <a:buFont typeface="Arial" panose="020B0604020202020204" pitchFamily="34" charset="0"/>
              <a:buChar char="•"/>
            </a:pPr>
            <a:r>
              <a:rPr lang="en-US" sz="1000" dirty="0">
                <a:solidFill>
                  <a:schemeClr val="accent1">
                    <a:lumMod val="50000"/>
                  </a:schemeClr>
                </a:solidFill>
                <a:latin typeface="Century Gothic" panose="020B0502020202020204" pitchFamily="34" charset="0"/>
              </a:rPr>
              <a:t>Suggestion for future</a:t>
            </a:r>
          </a:p>
        </p:txBody>
      </p:sp>
      <p:sp>
        <p:nvSpPr>
          <p:cNvPr id="24" name="TextBox 23">
            <a:extLst>
              <a:ext uri="{FF2B5EF4-FFF2-40B4-BE49-F238E27FC236}">
                <a16:creationId xmlns:a16="http://schemas.microsoft.com/office/drawing/2014/main" id="{D4874B4E-0FC5-90A9-1DD2-C8EF1FF9EC9F}"/>
              </a:ext>
            </a:extLst>
          </p:cNvPr>
          <p:cNvSpPr txBox="1"/>
          <p:nvPr/>
        </p:nvSpPr>
        <p:spPr>
          <a:xfrm>
            <a:off x="1493156" y="1946046"/>
            <a:ext cx="3033829" cy="246221"/>
          </a:xfrm>
          <a:prstGeom prst="rect">
            <a:avLst/>
          </a:prstGeom>
          <a:noFill/>
        </p:spPr>
        <p:txBody>
          <a:bodyPr wrap="square" rtlCol="0">
            <a:spAutoFit/>
          </a:bodyPr>
          <a:lstStyle/>
          <a:p>
            <a:pPr marL="171450" indent="-171450">
              <a:buFont typeface="Arial" panose="020B0604020202020204" pitchFamily="34" charset="0"/>
              <a:buChar char="•"/>
            </a:pPr>
            <a:r>
              <a:rPr lang="en-US" sz="1000" dirty="0">
                <a:solidFill>
                  <a:schemeClr val="accent1">
                    <a:lumMod val="50000"/>
                  </a:schemeClr>
                </a:solidFill>
                <a:latin typeface="Century Gothic" panose="020B0502020202020204" pitchFamily="34" charset="0"/>
              </a:rPr>
              <a:t>Refinement and Data Preparation Steps</a:t>
            </a:r>
          </a:p>
        </p:txBody>
      </p:sp>
      <p:sp>
        <p:nvSpPr>
          <p:cNvPr id="25" name="TextBox 24">
            <a:hlinkClick r:id="rId7" action="ppaction://hlinksldjump"/>
            <a:extLst>
              <a:ext uri="{FF2B5EF4-FFF2-40B4-BE49-F238E27FC236}">
                <a16:creationId xmlns:a16="http://schemas.microsoft.com/office/drawing/2014/main" id="{E84827F5-7E50-ABD4-F28C-A4822B553882}"/>
              </a:ext>
            </a:extLst>
          </p:cNvPr>
          <p:cNvSpPr txBox="1"/>
          <p:nvPr/>
        </p:nvSpPr>
        <p:spPr>
          <a:xfrm>
            <a:off x="1387720" y="647631"/>
            <a:ext cx="2556744" cy="323165"/>
          </a:xfrm>
          <a:prstGeom prst="rect">
            <a:avLst/>
          </a:prstGeom>
          <a:noFill/>
        </p:spPr>
        <p:txBody>
          <a:bodyPr wrap="square" rtlCol="0">
            <a:spAutoFit/>
          </a:bodyPr>
          <a:lstStyle/>
          <a:p>
            <a:r>
              <a:rPr lang="en-US" sz="1500" b="1" dirty="0">
                <a:solidFill>
                  <a:srgbClr val="002060"/>
                </a:solidFill>
                <a:latin typeface="Copperplate Gothic Bold" panose="020E0705020206020404" pitchFamily="34" charset="0"/>
              </a:rPr>
              <a:t>Introduction</a:t>
            </a:r>
          </a:p>
        </p:txBody>
      </p:sp>
      <p:sp>
        <p:nvSpPr>
          <p:cNvPr id="26" name="TextBox 25">
            <a:hlinkClick r:id="rId8" action="ppaction://hlinksldjump"/>
            <a:extLst>
              <a:ext uri="{FF2B5EF4-FFF2-40B4-BE49-F238E27FC236}">
                <a16:creationId xmlns:a16="http://schemas.microsoft.com/office/drawing/2014/main" id="{A7439EB6-B53A-DC83-F45E-824FC647624C}"/>
              </a:ext>
            </a:extLst>
          </p:cNvPr>
          <p:cNvSpPr txBox="1"/>
          <p:nvPr/>
        </p:nvSpPr>
        <p:spPr>
          <a:xfrm>
            <a:off x="1387720" y="1533738"/>
            <a:ext cx="4043616" cy="323165"/>
          </a:xfrm>
          <a:prstGeom prst="rect">
            <a:avLst/>
          </a:prstGeom>
          <a:noFill/>
        </p:spPr>
        <p:txBody>
          <a:bodyPr wrap="square" rtlCol="0">
            <a:spAutoFit/>
          </a:bodyPr>
          <a:lstStyle/>
          <a:p>
            <a:r>
              <a:rPr lang="en-US" sz="1500" b="1" dirty="0">
                <a:solidFill>
                  <a:srgbClr val="002060"/>
                </a:solidFill>
                <a:latin typeface="Copperplate Gothic Bold" panose="020E0705020206020404" pitchFamily="34" charset="0"/>
              </a:rPr>
              <a:t>Data Gathering /Data Refinement</a:t>
            </a:r>
          </a:p>
        </p:txBody>
      </p:sp>
      <p:sp>
        <p:nvSpPr>
          <p:cNvPr id="27" name="TextBox 26">
            <a:extLst>
              <a:ext uri="{FF2B5EF4-FFF2-40B4-BE49-F238E27FC236}">
                <a16:creationId xmlns:a16="http://schemas.microsoft.com/office/drawing/2014/main" id="{8BFAAD61-B441-FD04-4BD9-C23E1405E89E}"/>
              </a:ext>
            </a:extLst>
          </p:cNvPr>
          <p:cNvSpPr txBox="1"/>
          <p:nvPr/>
        </p:nvSpPr>
        <p:spPr>
          <a:xfrm>
            <a:off x="1371891" y="2337612"/>
            <a:ext cx="4480369" cy="323165"/>
          </a:xfrm>
          <a:prstGeom prst="rect">
            <a:avLst/>
          </a:prstGeom>
          <a:noFill/>
        </p:spPr>
        <p:txBody>
          <a:bodyPr wrap="square" rtlCol="0">
            <a:spAutoFit/>
          </a:bodyPr>
          <a:lstStyle/>
          <a:p>
            <a:r>
              <a:rPr lang="en-US" sz="1500" b="1" dirty="0">
                <a:solidFill>
                  <a:srgbClr val="002060"/>
                </a:solidFill>
                <a:latin typeface="Copperplate Gothic Bold" panose="020E0705020206020404" pitchFamily="34" charset="0"/>
              </a:rPr>
              <a:t>EXPLORATORY DATA ANALYSIS</a:t>
            </a:r>
          </a:p>
        </p:txBody>
      </p:sp>
      <p:sp>
        <p:nvSpPr>
          <p:cNvPr id="37" name="Title 36">
            <a:extLst>
              <a:ext uri="{FF2B5EF4-FFF2-40B4-BE49-F238E27FC236}">
                <a16:creationId xmlns:a16="http://schemas.microsoft.com/office/drawing/2014/main" id="{24E37EA2-97D1-1C7C-A133-140410A7354E}"/>
              </a:ext>
            </a:extLst>
          </p:cNvPr>
          <p:cNvSpPr>
            <a:spLocks noGrp="1"/>
          </p:cNvSpPr>
          <p:nvPr>
            <p:ph type="title"/>
          </p:nvPr>
        </p:nvSpPr>
        <p:spPr>
          <a:xfrm>
            <a:off x="703712" y="-2605736"/>
            <a:ext cx="7296010" cy="5736671"/>
          </a:xfrm>
        </p:spPr>
        <p:txBody>
          <a:bodyPr>
            <a:normAutofit/>
          </a:bodyPr>
          <a:lstStyle/>
          <a:p>
            <a:r>
              <a:rPr lang="en-IN" sz="3200" b="1" dirty="0">
                <a:solidFill>
                  <a:schemeClr val="accent1">
                    <a:lumMod val="75000"/>
                  </a:schemeClr>
                </a:solidFill>
                <a:effectLst>
                  <a:outerShdw blurRad="38100" dist="38100" dir="2700000" algn="tl">
                    <a:srgbClr val="000000">
                      <a:alpha val="43137"/>
                    </a:srgbClr>
                  </a:outerShdw>
                </a:effectLst>
                <a:latin typeface="Rockwell" panose="02060603020205020403" pitchFamily="18" charset="0"/>
              </a:rPr>
              <a:t>AGENDA</a:t>
            </a:r>
          </a:p>
        </p:txBody>
      </p:sp>
      <p:sp>
        <p:nvSpPr>
          <p:cNvPr id="39" name="TextBox 38">
            <a:extLst>
              <a:ext uri="{FF2B5EF4-FFF2-40B4-BE49-F238E27FC236}">
                <a16:creationId xmlns:a16="http://schemas.microsoft.com/office/drawing/2014/main" id="{32D83BB4-EE8A-9BEF-C1ED-5EADCCB7973D}"/>
              </a:ext>
            </a:extLst>
          </p:cNvPr>
          <p:cNvSpPr txBox="1"/>
          <p:nvPr/>
        </p:nvSpPr>
        <p:spPr>
          <a:xfrm>
            <a:off x="1521540" y="1769954"/>
            <a:ext cx="2805640" cy="252000"/>
          </a:xfrm>
          <a:prstGeom prst="rect">
            <a:avLst/>
          </a:prstGeom>
          <a:noFill/>
        </p:spPr>
        <p:txBody>
          <a:bodyPr wrap="square" rtlCol="0">
            <a:spAutoFit/>
          </a:bodyPr>
          <a:lstStyle/>
          <a:p>
            <a:pPr marL="171450" indent="-171450">
              <a:buFont typeface="Arial" panose="020B0604020202020204" pitchFamily="34" charset="0"/>
              <a:buChar char="•"/>
            </a:pPr>
            <a:r>
              <a:rPr lang="en-US" sz="1000" dirty="0">
                <a:solidFill>
                  <a:schemeClr val="accent1">
                    <a:lumMod val="50000"/>
                  </a:schemeClr>
                </a:solidFill>
                <a:latin typeface="Century Gothic" panose="020B0502020202020204" pitchFamily="34" charset="0"/>
              </a:rPr>
              <a:t>Comprehensive Dataset Overview</a:t>
            </a:r>
          </a:p>
        </p:txBody>
      </p:sp>
    </p:spTree>
    <p:extLst>
      <p:ext uri="{BB962C8B-B14F-4D97-AF65-F5344CB8AC3E}">
        <p14:creationId xmlns:p14="http://schemas.microsoft.com/office/powerpoint/2010/main" val="11686821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2DCCA5E-C014-D629-122F-1D90FC21CA3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0207690" y="6227099"/>
            <a:ext cx="1785976" cy="462949"/>
          </a:xfrm>
          <a:prstGeom prst="rect">
            <a:avLst/>
          </a:prstGeom>
        </p:spPr>
      </p:pic>
      <p:sp>
        <p:nvSpPr>
          <p:cNvPr id="4" name="TextBox 3">
            <a:extLst>
              <a:ext uri="{FF2B5EF4-FFF2-40B4-BE49-F238E27FC236}">
                <a16:creationId xmlns:a16="http://schemas.microsoft.com/office/drawing/2014/main" id="{62ACBE5D-3457-0528-93F1-57FF9BAB0324}"/>
              </a:ext>
            </a:extLst>
          </p:cNvPr>
          <p:cNvSpPr txBox="1"/>
          <p:nvPr/>
        </p:nvSpPr>
        <p:spPr>
          <a:xfrm>
            <a:off x="436880" y="323858"/>
            <a:ext cx="4254759" cy="646331"/>
          </a:xfrm>
          <a:prstGeom prst="rect">
            <a:avLst/>
          </a:prstGeom>
          <a:noFill/>
        </p:spPr>
        <p:txBody>
          <a:bodyPr wrap="square" rtlCol="0">
            <a:spAutoFit/>
          </a:bodyPr>
          <a:lstStyle/>
          <a:p>
            <a:r>
              <a:rPr lang="en-US" sz="3600" b="1" dirty="0">
                <a:solidFill>
                  <a:schemeClr val="accent1">
                    <a:lumMod val="75000"/>
                  </a:schemeClr>
                </a:solidFill>
                <a:effectLst>
                  <a:outerShdw blurRad="38100" dist="38100" dir="2700000" algn="tl">
                    <a:srgbClr val="000000">
                      <a:alpha val="43137"/>
                    </a:srgbClr>
                  </a:outerShdw>
                </a:effectLst>
                <a:latin typeface="Rockwell" panose="02060603020205020403" pitchFamily="18" charset="0"/>
              </a:rPr>
              <a:t>INTRODUCTION</a:t>
            </a:r>
            <a:r>
              <a:rPr lang="en-US" sz="3200" dirty="0">
                <a:latin typeface="Rockwell" panose="02060603020205020403" pitchFamily="18" charset="0"/>
              </a:rPr>
              <a:t> </a:t>
            </a:r>
            <a:endParaRPr lang="en-IN" sz="3200" dirty="0">
              <a:latin typeface="Rockwell" panose="02060603020205020403" pitchFamily="18" charset="0"/>
            </a:endParaRPr>
          </a:p>
        </p:txBody>
      </p:sp>
      <p:sp>
        <p:nvSpPr>
          <p:cNvPr id="7" name="Rectangle 2">
            <a:extLst>
              <a:ext uri="{FF2B5EF4-FFF2-40B4-BE49-F238E27FC236}">
                <a16:creationId xmlns:a16="http://schemas.microsoft.com/office/drawing/2014/main" id="{AFA29744-DFBD-2434-5486-C6AE6CDC317E}"/>
              </a:ext>
            </a:extLst>
          </p:cNvPr>
          <p:cNvSpPr>
            <a:spLocks noChangeArrowheads="1"/>
          </p:cNvSpPr>
          <p:nvPr/>
        </p:nvSpPr>
        <p:spPr bwMode="auto">
          <a:xfrm>
            <a:off x="57273" y="1193864"/>
            <a:ext cx="6634715"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lang="en-US" altLang="en-US">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lang="en-US" altLang="en-US">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lang="en-US" altLang="en-US" dirty="0">
              <a:latin typeface="Arial" panose="020B0604020202020204" pitchFamily="34" charset="0"/>
            </a:endParaRPr>
          </a:p>
        </p:txBody>
      </p:sp>
      <p:sp>
        <p:nvSpPr>
          <p:cNvPr id="12" name="TextBox 11">
            <a:extLst>
              <a:ext uri="{FF2B5EF4-FFF2-40B4-BE49-F238E27FC236}">
                <a16:creationId xmlns:a16="http://schemas.microsoft.com/office/drawing/2014/main" id="{B6F9937F-6327-9B96-2B26-6B7D52870611}"/>
              </a:ext>
            </a:extLst>
          </p:cNvPr>
          <p:cNvSpPr txBox="1"/>
          <p:nvPr/>
        </p:nvSpPr>
        <p:spPr>
          <a:xfrm>
            <a:off x="198334" y="970189"/>
            <a:ext cx="6807533" cy="5355312"/>
          </a:xfrm>
          <a:prstGeom prst="rect">
            <a:avLst/>
          </a:prstGeom>
          <a:solidFill>
            <a:schemeClr val="tx2">
              <a:lumMod val="20000"/>
              <a:lumOff val="80000"/>
            </a:schemeClr>
          </a:solidFill>
        </p:spPr>
        <p:txBody>
          <a:bodyPr wrap="square">
            <a:spAutoFit/>
          </a:bodyPr>
          <a:lstStyle/>
          <a:p>
            <a:pPr marL="285750" indent="-285750">
              <a:buFont typeface="Wingdings" panose="05000000000000000000" pitchFamily="2" charset="2"/>
              <a:buChar char="v"/>
            </a:pPr>
            <a:r>
              <a:rPr lang="en-US" dirty="0"/>
              <a:t>Developed an end-to-end Machine Learning project to predict hotel reservation cancellations using Python, Pandas, NumPy, Scikit-learn, Matplotlib, and Seaborn. </a:t>
            </a:r>
          </a:p>
          <a:p>
            <a:pPr marL="285750" indent="-285750">
              <a:buFont typeface="Wingdings" panose="05000000000000000000" pitchFamily="2" charset="2"/>
              <a:buChar char="v"/>
            </a:pPr>
            <a:r>
              <a:rPr lang="en-US" dirty="0"/>
              <a:t>Performed comprehensive Exploratory Data Analysis (EDA) to identify key factors affecting cancellations such as lead time, market segment, repeated guests, and booking timing. </a:t>
            </a:r>
          </a:p>
          <a:p>
            <a:pPr marL="285750" indent="-285750">
              <a:buFont typeface="Wingdings" panose="05000000000000000000" pitchFamily="2" charset="2"/>
              <a:buChar char="v"/>
            </a:pPr>
            <a:r>
              <a:rPr lang="en-US" dirty="0"/>
              <a:t>Applied data preprocessing techniques including missing value handling, label encoding, feature scaling, and feature selection to improve model performance. </a:t>
            </a:r>
          </a:p>
          <a:p>
            <a:pPr marL="285750" indent="-285750">
              <a:buFont typeface="Wingdings" panose="05000000000000000000" pitchFamily="2" charset="2"/>
              <a:buChar char="v"/>
            </a:pPr>
            <a:r>
              <a:rPr lang="en-US" dirty="0"/>
              <a:t>Built and compared multiple classification models including Logistic Regression, Decision Tree, and Random Forest to identify the best-performing algorithm for cancellation prediction. </a:t>
            </a:r>
          </a:p>
          <a:p>
            <a:pPr marL="285750" indent="-285750">
              <a:buFont typeface="Wingdings" panose="05000000000000000000" pitchFamily="2" charset="2"/>
              <a:buChar char="v"/>
            </a:pPr>
            <a:r>
              <a:rPr lang="en-US" dirty="0"/>
              <a:t>Evaluated model performance using accuracy score, confusion matrix, classification report, and cross-validation techniques to ensure reliable predictions. </a:t>
            </a:r>
          </a:p>
          <a:p>
            <a:pPr marL="285750" indent="-285750">
              <a:buFont typeface="Wingdings" panose="05000000000000000000" pitchFamily="2" charset="2"/>
              <a:buChar char="v"/>
            </a:pPr>
            <a:r>
              <a:rPr lang="en-US" dirty="0"/>
              <a:t>Conducted hyperparameter tuning using </a:t>
            </a:r>
            <a:r>
              <a:rPr lang="en-US" dirty="0" err="1"/>
              <a:t>GridSearchCV</a:t>
            </a:r>
            <a:r>
              <a:rPr lang="en-US" dirty="0"/>
              <a:t> to optimize model accuracy and improve prediction efficiency for business decision-making. </a:t>
            </a:r>
          </a:p>
          <a:p>
            <a:pPr marR="0" lvl="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rgbClr val="1C1A55"/>
              </a:solidFill>
              <a:effectLst/>
              <a:latin typeface="Rockwell" panose="02060603020205020403" pitchFamily="18" charset="0"/>
            </a:endParaRPr>
          </a:p>
        </p:txBody>
      </p:sp>
      <p:pic>
        <p:nvPicPr>
          <p:cNvPr id="14" name="Picture 13">
            <a:extLst>
              <a:ext uri="{FF2B5EF4-FFF2-40B4-BE49-F238E27FC236}">
                <a16:creationId xmlns:a16="http://schemas.microsoft.com/office/drawing/2014/main" id="{A25CCCF2-7980-1C21-6971-37BE397752F5}"/>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7244413" y="970189"/>
            <a:ext cx="4749254" cy="5256910"/>
          </a:xfrm>
          <a:prstGeom prst="rect">
            <a:avLst/>
          </a:prstGeom>
        </p:spPr>
      </p:pic>
    </p:spTree>
    <p:extLst>
      <p:ext uri="{BB962C8B-B14F-4D97-AF65-F5344CB8AC3E}">
        <p14:creationId xmlns:p14="http://schemas.microsoft.com/office/powerpoint/2010/main" val="1273612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 name="Rectangle: Rounded Corners 111">
            <a:extLst>
              <a:ext uri="{FF2B5EF4-FFF2-40B4-BE49-F238E27FC236}">
                <a16:creationId xmlns:a16="http://schemas.microsoft.com/office/drawing/2014/main" id="{0D8C150F-6526-A881-E790-52E548FBEDB0}"/>
              </a:ext>
            </a:extLst>
          </p:cNvPr>
          <p:cNvSpPr/>
          <p:nvPr/>
        </p:nvSpPr>
        <p:spPr>
          <a:xfrm>
            <a:off x="4186099" y="152400"/>
            <a:ext cx="3120741" cy="6477073"/>
          </a:xfrm>
          <a:prstGeom prst="roundRect">
            <a:avLst/>
          </a:prstGeom>
          <a:noFill/>
          <a:ln w="142875">
            <a:gradFill flip="none" rotWithShape="1">
              <a:gsLst>
                <a:gs pos="0">
                  <a:schemeClr val="accent1">
                    <a:lumMod val="5000"/>
                    <a:lumOff val="95000"/>
                    <a:alpha val="80000"/>
                  </a:schemeClr>
                </a:gs>
                <a:gs pos="100000">
                  <a:schemeClr val="bg1">
                    <a:alpha val="80000"/>
                  </a:schemeClr>
                </a:gs>
                <a:gs pos="65000">
                  <a:schemeClr val="bg1">
                    <a:alpha val="80000"/>
                  </a:schemeClr>
                </a:gs>
              </a:gsLst>
              <a:lin ang="16200000" scaled="1"/>
              <a:tileRect/>
            </a:gradFill>
          </a:ln>
          <a:effectLst>
            <a:outerShdw blurRad="228600" dist="38100" dir="2700000" algn="tl" rotWithShape="0">
              <a:schemeClr val="bg2">
                <a:lumMod val="25000"/>
                <a:alpha val="79000"/>
              </a:scheme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7182818D-C14C-8516-C577-D781C2DABAE4}"/>
              </a:ext>
            </a:extLst>
          </p:cNvPr>
          <p:cNvSpPr>
            <a:spLocks noGrp="1"/>
          </p:cNvSpPr>
          <p:nvPr>
            <p:ph type="title"/>
          </p:nvPr>
        </p:nvSpPr>
        <p:spPr>
          <a:xfrm>
            <a:off x="5286533" y="365125"/>
            <a:ext cx="700610" cy="5917658"/>
          </a:xfrm>
        </p:spPr>
        <p:txBody>
          <a:bodyPr>
            <a:normAutofit/>
          </a:bodyPr>
          <a:lstStyle/>
          <a:p>
            <a:r>
              <a:rPr lang="en-IN" b="1" dirty="0">
                <a:solidFill>
                  <a:schemeClr val="accent1">
                    <a:lumMod val="75000"/>
                  </a:schemeClr>
                </a:solidFill>
                <a:effectLst>
                  <a:outerShdw blurRad="50800" dist="38100" algn="l" rotWithShape="0">
                    <a:prstClr val="black">
                      <a:alpha val="40000"/>
                    </a:prstClr>
                  </a:outerShdw>
                </a:effectLst>
                <a:latin typeface="Goudy Old Style" panose="02020502050305020303" pitchFamily="18" charset="0"/>
              </a:rPr>
              <a:t>WORK F</a:t>
            </a:r>
            <a:br>
              <a:rPr lang="en-IN" b="1" dirty="0">
                <a:solidFill>
                  <a:schemeClr val="accent1">
                    <a:lumMod val="75000"/>
                  </a:schemeClr>
                </a:solidFill>
                <a:effectLst>
                  <a:outerShdw blurRad="50800" dist="38100" algn="l" rotWithShape="0">
                    <a:prstClr val="black">
                      <a:alpha val="40000"/>
                    </a:prstClr>
                  </a:outerShdw>
                </a:effectLst>
                <a:latin typeface="Goudy Old Style" panose="02020502050305020303" pitchFamily="18" charset="0"/>
              </a:rPr>
            </a:br>
            <a:r>
              <a:rPr lang="en-IN" b="1" dirty="0">
                <a:solidFill>
                  <a:schemeClr val="accent1">
                    <a:lumMod val="75000"/>
                  </a:schemeClr>
                </a:solidFill>
                <a:effectLst>
                  <a:outerShdw blurRad="50800" dist="38100" algn="l" rotWithShape="0">
                    <a:prstClr val="black">
                      <a:alpha val="40000"/>
                    </a:prstClr>
                  </a:outerShdw>
                </a:effectLst>
                <a:latin typeface="Goudy Old Style" panose="02020502050305020303" pitchFamily="18" charset="0"/>
              </a:rPr>
              <a:t>LOW</a:t>
            </a:r>
            <a:endParaRPr lang="en-IN" dirty="0"/>
          </a:p>
        </p:txBody>
      </p:sp>
      <p:grpSp>
        <p:nvGrpSpPr>
          <p:cNvPr id="6" name="Group 5">
            <a:extLst>
              <a:ext uri="{FF2B5EF4-FFF2-40B4-BE49-F238E27FC236}">
                <a16:creationId xmlns:a16="http://schemas.microsoft.com/office/drawing/2014/main" id="{A575EDAE-A6FE-6B6B-1990-80A658969F25}"/>
              </a:ext>
            </a:extLst>
          </p:cNvPr>
          <p:cNvGrpSpPr/>
          <p:nvPr/>
        </p:nvGrpSpPr>
        <p:grpSpPr>
          <a:xfrm>
            <a:off x="844377" y="912797"/>
            <a:ext cx="3847232" cy="1256880"/>
            <a:chOff x="4963887" y="5221960"/>
            <a:chExt cx="3847232" cy="1256880"/>
          </a:xfrm>
        </p:grpSpPr>
        <p:sp>
          <p:nvSpPr>
            <p:cNvPr id="7" name="Rectangle: Rounded Corners 6">
              <a:extLst>
                <a:ext uri="{FF2B5EF4-FFF2-40B4-BE49-F238E27FC236}">
                  <a16:creationId xmlns:a16="http://schemas.microsoft.com/office/drawing/2014/main" id="{F820AF62-95F6-AA45-CFE7-E47ECD1175B0}"/>
                </a:ext>
              </a:extLst>
            </p:cNvPr>
            <p:cNvSpPr/>
            <p:nvPr/>
          </p:nvSpPr>
          <p:spPr>
            <a:xfrm>
              <a:off x="4963887" y="5221960"/>
              <a:ext cx="3847232" cy="1256880"/>
            </a:xfrm>
            <a:prstGeom prst="roundRect">
              <a:avLst/>
            </a:prstGeom>
            <a:gradFill flip="none" rotWithShape="1">
              <a:gsLst>
                <a:gs pos="0">
                  <a:schemeClr val="bg1"/>
                </a:gs>
                <a:gs pos="100000">
                  <a:schemeClr val="bg1">
                    <a:lumMod val="95000"/>
                  </a:schemeClr>
                </a:gs>
              </a:gsLst>
              <a:lin ang="2700000" scaled="1"/>
              <a:tileRect/>
            </a:gradFill>
            <a:ln>
              <a:solidFill>
                <a:schemeClr val="bg1">
                  <a:lumMod val="75000"/>
                </a:schemeClr>
              </a:solidFill>
            </a:ln>
            <a:effectLst>
              <a:innerShdw blurRad="114300">
                <a:schemeClr val="bg1">
                  <a:lumMod val="6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556E3CA2-5C27-402E-3BA3-3119287220B9}"/>
                </a:ext>
              </a:extLst>
            </p:cNvPr>
            <p:cNvSpPr/>
            <p:nvPr/>
          </p:nvSpPr>
          <p:spPr>
            <a:xfrm>
              <a:off x="7554238" y="5221960"/>
              <a:ext cx="1256880" cy="1256880"/>
            </a:xfrm>
            <a:prstGeom prst="roundRect">
              <a:avLst/>
            </a:prstGeom>
            <a:gradFill flip="none" rotWithShape="1">
              <a:gsLst>
                <a:gs pos="0">
                  <a:schemeClr val="accent1">
                    <a:alpha val="80000"/>
                    <a:lumMod val="44000"/>
                    <a:lumOff val="56000"/>
                  </a:schemeClr>
                </a:gs>
                <a:gs pos="100000">
                  <a:schemeClr val="accent1">
                    <a:alpha val="80000"/>
                    <a:lumMod val="75000"/>
                  </a:schemeClr>
                </a:gs>
              </a:gsLst>
              <a:lin ang="2700000" scaled="1"/>
              <a:tileRect/>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Rounded Corners 8">
              <a:extLst>
                <a:ext uri="{FF2B5EF4-FFF2-40B4-BE49-F238E27FC236}">
                  <a16:creationId xmlns:a16="http://schemas.microsoft.com/office/drawing/2014/main" id="{1748452D-203A-6864-448D-5B96FE868EFD}"/>
                </a:ext>
              </a:extLst>
            </p:cNvPr>
            <p:cNvSpPr/>
            <p:nvPr/>
          </p:nvSpPr>
          <p:spPr>
            <a:xfrm>
              <a:off x="7715263" y="5382985"/>
              <a:ext cx="934830" cy="934830"/>
            </a:xfrm>
            <a:prstGeom prst="round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163E81D6-C727-094C-46E1-EEC3E8DD1CED}"/>
                </a:ext>
              </a:extLst>
            </p:cNvPr>
            <p:cNvSpPr txBox="1"/>
            <p:nvPr/>
          </p:nvSpPr>
          <p:spPr>
            <a:xfrm>
              <a:off x="5537762" y="5952414"/>
              <a:ext cx="2168070" cy="253916"/>
            </a:xfrm>
            <a:prstGeom prst="rect">
              <a:avLst/>
            </a:prstGeom>
            <a:noFill/>
          </p:spPr>
          <p:txBody>
            <a:bodyPr wrap="square" rtlCol="0">
              <a:spAutoFit/>
            </a:bodyPr>
            <a:lstStyle/>
            <a:p>
              <a:pPr algn="ctr"/>
              <a:endParaRPr lang="en-US" sz="1050" dirty="0">
                <a:solidFill>
                  <a:schemeClr val="tx1">
                    <a:lumMod val="65000"/>
                    <a:lumOff val="35000"/>
                  </a:schemeClr>
                </a:solidFill>
                <a:latin typeface="Century Gothic" panose="020B0502020202020204" pitchFamily="34" charset="0"/>
              </a:endParaRPr>
            </a:p>
          </p:txBody>
        </p:sp>
        <p:sp>
          <p:nvSpPr>
            <p:cNvPr id="13" name="TextBox 12">
              <a:extLst>
                <a:ext uri="{FF2B5EF4-FFF2-40B4-BE49-F238E27FC236}">
                  <a16:creationId xmlns:a16="http://schemas.microsoft.com/office/drawing/2014/main" id="{CC9B1690-24AE-E5F4-B2E7-41872168AD6C}"/>
                </a:ext>
              </a:extLst>
            </p:cNvPr>
            <p:cNvSpPr txBox="1"/>
            <p:nvPr/>
          </p:nvSpPr>
          <p:spPr>
            <a:xfrm>
              <a:off x="5202489" y="5317718"/>
              <a:ext cx="2137038" cy="369332"/>
            </a:xfrm>
            <a:prstGeom prst="rect">
              <a:avLst/>
            </a:prstGeom>
            <a:noFill/>
          </p:spPr>
          <p:txBody>
            <a:bodyPr wrap="square" rtlCol="0">
              <a:spAutoFit/>
            </a:bodyPr>
            <a:lstStyle/>
            <a:p>
              <a:pPr algn="ctr"/>
              <a:r>
                <a:rPr lang="en-US" b="1" dirty="0">
                  <a:solidFill>
                    <a:schemeClr val="accent1">
                      <a:lumMod val="50000"/>
                    </a:schemeClr>
                  </a:solidFill>
                  <a:latin typeface="Century" panose="02040604050505020304" pitchFamily="18" charset="0"/>
                </a:rPr>
                <a:t>1. Data Collection</a:t>
              </a:r>
            </a:p>
          </p:txBody>
        </p:sp>
      </p:grpSp>
      <p:pic>
        <p:nvPicPr>
          <p:cNvPr id="15" name="Picture 14">
            <a:extLst>
              <a:ext uri="{FF2B5EF4-FFF2-40B4-BE49-F238E27FC236}">
                <a16:creationId xmlns:a16="http://schemas.microsoft.com/office/drawing/2014/main" id="{92EBA929-CDF5-89FB-DA4D-325AB0A61379}"/>
              </a:ext>
            </a:extLst>
          </p:cNvPr>
          <p:cNvPicPr>
            <a:picLocks noChangeAspect="1"/>
          </p:cNvPicPr>
          <p:nvPr/>
        </p:nvPicPr>
        <p:blipFill>
          <a:blip r:embed="rId2"/>
          <a:stretch>
            <a:fillRect/>
          </a:stretch>
        </p:blipFill>
        <p:spPr>
          <a:xfrm>
            <a:off x="3584694" y="1073822"/>
            <a:ext cx="944261" cy="934831"/>
          </a:xfrm>
          <a:prstGeom prst="rect">
            <a:avLst/>
          </a:prstGeom>
        </p:spPr>
      </p:pic>
      <p:sp>
        <p:nvSpPr>
          <p:cNvPr id="18" name="TextBox 17">
            <a:extLst>
              <a:ext uri="{FF2B5EF4-FFF2-40B4-BE49-F238E27FC236}">
                <a16:creationId xmlns:a16="http://schemas.microsoft.com/office/drawing/2014/main" id="{C5CA708A-35C9-68EA-D231-375430DBAC47}"/>
              </a:ext>
            </a:extLst>
          </p:cNvPr>
          <p:cNvSpPr txBox="1"/>
          <p:nvPr/>
        </p:nvSpPr>
        <p:spPr>
          <a:xfrm>
            <a:off x="819360" y="1394648"/>
            <a:ext cx="2574306" cy="646331"/>
          </a:xfrm>
          <a:prstGeom prst="rect">
            <a:avLst/>
          </a:prstGeom>
          <a:noFill/>
        </p:spPr>
        <p:txBody>
          <a:bodyPr wrap="square" rtlCol="0">
            <a:spAutoFit/>
          </a:bodyPr>
          <a:lstStyle>
            <a:defPPr>
              <a:defRPr lang="en-US"/>
            </a:defPPr>
            <a:lvl1pPr algn="ctr">
              <a:defRPr b="1">
                <a:solidFill>
                  <a:schemeClr val="accent1">
                    <a:lumMod val="50000"/>
                  </a:schemeClr>
                </a:solidFill>
                <a:latin typeface="Century" panose="02040604050505020304" pitchFamily="18" charset="0"/>
              </a:defRPr>
            </a:lvl1pPr>
          </a:lstStyle>
          <a:p>
            <a:r>
              <a:rPr lang="en-US" sz="1200" dirty="0">
                <a:solidFill>
                  <a:schemeClr val="accent1">
                    <a:lumMod val="75000"/>
                  </a:schemeClr>
                </a:solidFill>
                <a:latin typeface="Century Gothic" panose="020B0502020202020204" pitchFamily="34" charset="0"/>
              </a:rPr>
              <a:t>Gathering and organizing data to train machine learning models.</a:t>
            </a:r>
            <a:endParaRPr lang="en-IN" sz="1200" dirty="0">
              <a:solidFill>
                <a:schemeClr val="accent1">
                  <a:lumMod val="75000"/>
                </a:schemeClr>
              </a:solidFill>
              <a:latin typeface="Century Gothic" panose="020B0502020202020204" pitchFamily="34" charset="0"/>
            </a:endParaRPr>
          </a:p>
        </p:txBody>
      </p:sp>
      <p:grpSp>
        <p:nvGrpSpPr>
          <p:cNvPr id="19" name="Group 18">
            <a:extLst>
              <a:ext uri="{FF2B5EF4-FFF2-40B4-BE49-F238E27FC236}">
                <a16:creationId xmlns:a16="http://schemas.microsoft.com/office/drawing/2014/main" id="{23C73868-9797-586A-9CDC-472A8BC88B17}"/>
              </a:ext>
            </a:extLst>
          </p:cNvPr>
          <p:cNvGrpSpPr/>
          <p:nvPr/>
        </p:nvGrpSpPr>
        <p:grpSpPr>
          <a:xfrm>
            <a:off x="819360" y="2758728"/>
            <a:ext cx="3847232" cy="1256880"/>
            <a:chOff x="4963887" y="5221960"/>
            <a:chExt cx="3847232" cy="1256880"/>
          </a:xfrm>
        </p:grpSpPr>
        <p:sp>
          <p:nvSpPr>
            <p:cNvPr id="20" name="Rectangle: Rounded Corners 19">
              <a:extLst>
                <a:ext uri="{FF2B5EF4-FFF2-40B4-BE49-F238E27FC236}">
                  <a16:creationId xmlns:a16="http://schemas.microsoft.com/office/drawing/2014/main" id="{2FF4D247-4B54-3E62-5AFF-A19F44A0ECC7}"/>
                </a:ext>
              </a:extLst>
            </p:cNvPr>
            <p:cNvSpPr/>
            <p:nvPr/>
          </p:nvSpPr>
          <p:spPr>
            <a:xfrm>
              <a:off x="4963887" y="5221960"/>
              <a:ext cx="3847232" cy="1256880"/>
            </a:xfrm>
            <a:prstGeom prst="roundRect">
              <a:avLst/>
            </a:prstGeom>
            <a:gradFill flip="none" rotWithShape="1">
              <a:gsLst>
                <a:gs pos="0">
                  <a:schemeClr val="bg1"/>
                </a:gs>
                <a:gs pos="100000">
                  <a:schemeClr val="bg1">
                    <a:lumMod val="95000"/>
                  </a:schemeClr>
                </a:gs>
              </a:gsLst>
              <a:lin ang="2700000" scaled="1"/>
              <a:tileRect/>
            </a:gradFill>
            <a:ln>
              <a:solidFill>
                <a:schemeClr val="bg1">
                  <a:lumMod val="75000"/>
                </a:schemeClr>
              </a:solidFill>
            </a:ln>
            <a:effectLst>
              <a:innerShdw blurRad="114300">
                <a:schemeClr val="bg1">
                  <a:lumMod val="6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Rounded Corners 20">
              <a:extLst>
                <a:ext uri="{FF2B5EF4-FFF2-40B4-BE49-F238E27FC236}">
                  <a16:creationId xmlns:a16="http://schemas.microsoft.com/office/drawing/2014/main" id="{CF35B8CB-985A-7333-1AC9-68D4DC1AF36E}"/>
                </a:ext>
              </a:extLst>
            </p:cNvPr>
            <p:cNvSpPr/>
            <p:nvPr/>
          </p:nvSpPr>
          <p:spPr>
            <a:xfrm>
              <a:off x="7554238" y="5221960"/>
              <a:ext cx="1256880" cy="1256880"/>
            </a:xfrm>
            <a:prstGeom prst="roundRect">
              <a:avLst/>
            </a:prstGeom>
            <a:gradFill flip="none" rotWithShape="1">
              <a:gsLst>
                <a:gs pos="0">
                  <a:schemeClr val="accent1">
                    <a:alpha val="80000"/>
                    <a:lumMod val="44000"/>
                    <a:lumOff val="56000"/>
                  </a:schemeClr>
                </a:gs>
                <a:gs pos="100000">
                  <a:schemeClr val="accent1">
                    <a:alpha val="80000"/>
                    <a:lumMod val="75000"/>
                  </a:schemeClr>
                </a:gs>
              </a:gsLst>
              <a:lin ang="2700000" scaled="1"/>
              <a:tileRect/>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Rounded Corners 21">
              <a:extLst>
                <a:ext uri="{FF2B5EF4-FFF2-40B4-BE49-F238E27FC236}">
                  <a16:creationId xmlns:a16="http://schemas.microsoft.com/office/drawing/2014/main" id="{439A21BD-2A88-1CF8-4B4E-C43F67FACED9}"/>
                </a:ext>
              </a:extLst>
            </p:cNvPr>
            <p:cNvSpPr/>
            <p:nvPr/>
          </p:nvSpPr>
          <p:spPr>
            <a:xfrm>
              <a:off x="7715263" y="5382985"/>
              <a:ext cx="934830" cy="934830"/>
            </a:xfrm>
            <a:prstGeom prst="round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003DA02D-B2D8-A2C2-592D-349BA6DD394A}"/>
                </a:ext>
              </a:extLst>
            </p:cNvPr>
            <p:cNvSpPr txBox="1"/>
            <p:nvPr/>
          </p:nvSpPr>
          <p:spPr>
            <a:xfrm>
              <a:off x="5537762" y="5952414"/>
              <a:ext cx="2168070" cy="253916"/>
            </a:xfrm>
            <a:prstGeom prst="rect">
              <a:avLst/>
            </a:prstGeom>
            <a:noFill/>
          </p:spPr>
          <p:txBody>
            <a:bodyPr wrap="square" rtlCol="0">
              <a:spAutoFit/>
            </a:bodyPr>
            <a:lstStyle/>
            <a:p>
              <a:pPr algn="ctr"/>
              <a:endParaRPr lang="en-US" sz="1050" dirty="0">
                <a:solidFill>
                  <a:schemeClr val="tx1">
                    <a:lumMod val="65000"/>
                    <a:lumOff val="35000"/>
                  </a:schemeClr>
                </a:solidFill>
                <a:latin typeface="Century Gothic" panose="020B0502020202020204" pitchFamily="34" charset="0"/>
              </a:endParaRPr>
            </a:p>
          </p:txBody>
        </p:sp>
        <p:sp>
          <p:nvSpPr>
            <p:cNvPr id="24" name="TextBox 23">
              <a:extLst>
                <a:ext uri="{FF2B5EF4-FFF2-40B4-BE49-F238E27FC236}">
                  <a16:creationId xmlns:a16="http://schemas.microsoft.com/office/drawing/2014/main" id="{A4ECC3E8-83CB-041D-559A-1AE904EC95CB}"/>
                </a:ext>
              </a:extLst>
            </p:cNvPr>
            <p:cNvSpPr txBox="1"/>
            <p:nvPr/>
          </p:nvSpPr>
          <p:spPr>
            <a:xfrm>
              <a:off x="5202489" y="5317718"/>
              <a:ext cx="2137038" cy="646331"/>
            </a:xfrm>
            <a:prstGeom prst="rect">
              <a:avLst/>
            </a:prstGeom>
            <a:noFill/>
          </p:spPr>
          <p:txBody>
            <a:bodyPr wrap="square" rtlCol="0">
              <a:spAutoFit/>
            </a:bodyPr>
            <a:lstStyle/>
            <a:p>
              <a:pPr algn="ctr"/>
              <a:r>
                <a:rPr lang="en-US" b="1" dirty="0">
                  <a:solidFill>
                    <a:schemeClr val="accent1">
                      <a:lumMod val="50000"/>
                    </a:schemeClr>
                  </a:solidFill>
                  <a:latin typeface="Century" panose="02040604050505020304" pitchFamily="18" charset="0"/>
                </a:rPr>
                <a:t>2. Exploratory Data Analysis</a:t>
              </a:r>
            </a:p>
          </p:txBody>
        </p:sp>
      </p:grpSp>
      <p:grpSp>
        <p:nvGrpSpPr>
          <p:cNvPr id="25" name="Group 24">
            <a:extLst>
              <a:ext uri="{FF2B5EF4-FFF2-40B4-BE49-F238E27FC236}">
                <a16:creationId xmlns:a16="http://schemas.microsoft.com/office/drawing/2014/main" id="{AAB3855A-F10D-7A6F-5D98-15D8F69AA5F4}"/>
              </a:ext>
            </a:extLst>
          </p:cNvPr>
          <p:cNvGrpSpPr/>
          <p:nvPr/>
        </p:nvGrpSpPr>
        <p:grpSpPr>
          <a:xfrm>
            <a:off x="819360" y="4643138"/>
            <a:ext cx="3847232" cy="1256880"/>
            <a:chOff x="4963887" y="5221960"/>
            <a:chExt cx="3847232" cy="1256880"/>
          </a:xfrm>
        </p:grpSpPr>
        <p:sp>
          <p:nvSpPr>
            <p:cNvPr id="26" name="Rectangle: Rounded Corners 25">
              <a:extLst>
                <a:ext uri="{FF2B5EF4-FFF2-40B4-BE49-F238E27FC236}">
                  <a16:creationId xmlns:a16="http://schemas.microsoft.com/office/drawing/2014/main" id="{2954F1EF-7BF3-3DE2-EA8A-2C3AFBE7E5FE}"/>
                </a:ext>
              </a:extLst>
            </p:cNvPr>
            <p:cNvSpPr/>
            <p:nvPr/>
          </p:nvSpPr>
          <p:spPr>
            <a:xfrm>
              <a:off x="4963887" y="5221960"/>
              <a:ext cx="3847232" cy="1256880"/>
            </a:xfrm>
            <a:prstGeom prst="roundRect">
              <a:avLst/>
            </a:prstGeom>
            <a:gradFill flip="none" rotWithShape="1">
              <a:gsLst>
                <a:gs pos="0">
                  <a:schemeClr val="bg1"/>
                </a:gs>
                <a:gs pos="100000">
                  <a:schemeClr val="bg1">
                    <a:lumMod val="95000"/>
                  </a:schemeClr>
                </a:gs>
              </a:gsLst>
              <a:lin ang="2700000" scaled="1"/>
              <a:tileRect/>
            </a:gradFill>
            <a:ln>
              <a:solidFill>
                <a:schemeClr val="bg1">
                  <a:lumMod val="75000"/>
                </a:schemeClr>
              </a:solidFill>
            </a:ln>
            <a:effectLst>
              <a:innerShdw blurRad="114300">
                <a:schemeClr val="bg1">
                  <a:lumMod val="6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Rounded Corners 26">
              <a:extLst>
                <a:ext uri="{FF2B5EF4-FFF2-40B4-BE49-F238E27FC236}">
                  <a16:creationId xmlns:a16="http://schemas.microsoft.com/office/drawing/2014/main" id="{52D1403C-9C31-99B1-CAB7-7E717213F50C}"/>
                </a:ext>
              </a:extLst>
            </p:cNvPr>
            <p:cNvSpPr/>
            <p:nvPr/>
          </p:nvSpPr>
          <p:spPr>
            <a:xfrm>
              <a:off x="7554238" y="5221960"/>
              <a:ext cx="1256880" cy="1256880"/>
            </a:xfrm>
            <a:prstGeom prst="roundRect">
              <a:avLst/>
            </a:prstGeom>
            <a:gradFill flip="none" rotWithShape="1">
              <a:gsLst>
                <a:gs pos="0">
                  <a:schemeClr val="accent1">
                    <a:alpha val="80000"/>
                    <a:lumMod val="44000"/>
                    <a:lumOff val="56000"/>
                  </a:schemeClr>
                </a:gs>
                <a:gs pos="100000">
                  <a:schemeClr val="accent1">
                    <a:alpha val="80000"/>
                    <a:lumMod val="75000"/>
                  </a:schemeClr>
                </a:gs>
              </a:gsLst>
              <a:lin ang="2700000" scaled="1"/>
              <a:tileRect/>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Rounded Corners 27">
              <a:extLst>
                <a:ext uri="{FF2B5EF4-FFF2-40B4-BE49-F238E27FC236}">
                  <a16:creationId xmlns:a16="http://schemas.microsoft.com/office/drawing/2014/main" id="{621BB97B-F13C-04DA-F052-969256C5BCB7}"/>
                </a:ext>
              </a:extLst>
            </p:cNvPr>
            <p:cNvSpPr/>
            <p:nvPr/>
          </p:nvSpPr>
          <p:spPr>
            <a:xfrm>
              <a:off x="7715263" y="5382985"/>
              <a:ext cx="934830" cy="934830"/>
            </a:xfrm>
            <a:prstGeom prst="round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DEB4A04D-D74A-5701-9B8C-05A3F50470FD}"/>
                </a:ext>
              </a:extLst>
            </p:cNvPr>
            <p:cNvSpPr txBox="1"/>
            <p:nvPr/>
          </p:nvSpPr>
          <p:spPr>
            <a:xfrm>
              <a:off x="5537762" y="5952414"/>
              <a:ext cx="2168070" cy="253916"/>
            </a:xfrm>
            <a:prstGeom prst="rect">
              <a:avLst/>
            </a:prstGeom>
            <a:noFill/>
          </p:spPr>
          <p:txBody>
            <a:bodyPr wrap="square" rtlCol="0">
              <a:spAutoFit/>
            </a:bodyPr>
            <a:lstStyle/>
            <a:p>
              <a:pPr algn="ctr"/>
              <a:endParaRPr lang="en-US" sz="1050" dirty="0">
                <a:solidFill>
                  <a:schemeClr val="tx1">
                    <a:lumMod val="65000"/>
                    <a:lumOff val="35000"/>
                  </a:schemeClr>
                </a:solidFill>
                <a:latin typeface="Century Gothic" panose="020B0502020202020204" pitchFamily="34" charset="0"/>
              </a:endParaRPr>
            </a:p>
          </p:txBody>
        </p:sp>
        <p:sp>
          <p:nvSpPr>
            <p:cNvPr id="30" name="TextBox 29">
              <a:extLst>
                <a:ext uri="{FF2B5EF4-FFF2-40B4-BE49-F238E27FC236}">
                  <a16:creationId xmlns:a16="http://schemas.microsoft.com/office/drawing/2014/main" id="{1ECFD346-0CA8-4F82-3C93-3E31BB94D00F}"/>
                </a:ext>
              </a:extLst>
            </p:cNvPr>
            <p:cNvSpPr txBox="1"/>
            <p:nvPr/>
          </p:nvSpPr>
          <p:spPr>
            <a:xfrm>
              <a:off x="5202489" y="5317718"/>
              <a:ext cx="2137038" cy="369332"/>
            </a:xfrm>
            <a:prstGeom prst="rect">
              <a:avLst/>
            </a:prstGeom>
            <a:noFill/>
          </p:spPr>
          <p:txBody>
            <a:bodyPr wrap="square" rtlCol="0">
              <a:spAutoFit/>
            </a:bodyPr>
            <a:lstStyle/>
            <a:p>
              <a:pPr algn="ctr"/>
              <a:r>
                <a:rPr lang="en-US" b="1" dirty="0">
                  <a:solidFill>
                    <a:schemeClr val="accent1">
                      <a:lumMod val="50000"/>
                    </a:schemeClr>
                  </a:solidFill>
                  <a:latin typeface="Century" panose="02040604050505020304" pitchFamily="18" charset="0"/>
                </a:rPr>
                <a:t>3. Preprocessing</a:t>
              </a:r>
            </a:p>
          </p:txBody>
        </p:sp>
      </p:grpSp>
      <p:grpSp>
        <p:nvGrpSpPr>
          <p:cNvPr id="31" name="Group 30">
            <a:extLst>
              <a:ext uri="{FF2B5EF4-FFF2-40B4-BE49-F238E27FC236}">
                <a16:creationId xmlns:a16="http://schemas.microsoft.com/office/drawing/2014/main" id="{536FD1F2-D302-6A1E-D16E-AFBBE9CA38E7}"/>
              </a:ext>
            </a:extLst>
          </p:cNvPr>
          <p:cNvGrpSpPr/>
          <p:nvPr/>
        </p:nvGrpSpPr>
        <p:grpSpPr>
          <a:xfrm>
            <a:off x="6760405" y="375407"/>
            <a:ext cx="3847232" cy="1256880"/>
            <a:chOff x="4963887" y="5221960"/>
            <a:chExt cx="3847232" cy="1256880"/>
          </a:xfrm>
        </p:grpSpPr>
        <p:sp>
          <p:nvSpPr>
            <p:cNvPr id="32" name="Rectangle: Rounded Corners 31">
              <a:extLst>
                <a:ext uri="{FF2B5EF4-FFF2-40B4-BE49-F238E27FC236}">
                  <a16:creationId xmlns:a16="http://schemas.microsoft.com/office/drawing/2014/main" id="{73673BBD-E729-B24B-170E-AE740FBC4C6F}"/>
                </a:ext>
              </a:extLst>
            </p:cNvPr>
            <p:cNvSpPr/>
            <p:nvPr/>
          </p:nvSpPr>
          <p:spPr>
            <a:xfrm>
              <a:off x="4963887" y="5221960"/>
              <a:ext cx="3847232" cy="1256880"/>
            </a:xfrm>
            <a:prstGeom prst="roundRect">
              <a:avLst/>
            </a:prstGeom>
            <a:gradFill flip="none" rotWithShape="1">
              <a:gsLst>
                <a:gs pos="0">
                  <a:schemeClr val="bg1"/>
                </a:gs>
                <a:gs pos="100000">
                  <a:schemeClr val="bg1">
                    <a:lumMod val="95000"/>
                  </a:schemeClr>
                </a:gs>
              </a:gsLst>
              <a:lin ang="2700000" scaled="1"/>
              <a:tileRect/>
            </a:gradFill>
            <a:ln>
              <a:solidFill>
                <a:schemeClr val="bg1">
                  <a:lumMod val="75000"/>
                </a:schemeClr>
              </a:solidFill>
            </a:ln>
            <a:effectLst>
              <a:innerShdw blurRad="114300">
                <a:schemeClr val="bg1">
                  <a:lumMod val="6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Rounded Corners 32">
              <a:extLst>
                <a:ext uri="{FF2B5EF4-FFF2-40B4-BE49-F238E27FC236}">
                  <a16:creationId xmlns:a16="http://schemas.microsoft.com/office/drawing/2014/main" id="{290269AD-5E7C-E0D7-27FD-D886258EDDD7}"/>
                </a:ext>
              </a:extLst>
            </p:cNvPr>
            <p:cNvSpPr/>
            <p:nvPr/>
          </p:nvSpPr>
          <p:spPr>
            <a:xfrm>
              <a:off x="7554238" y="5221960"/>
              <a:ext cx="1256880" cy="1256880"/>
            </a:xfrm>
            <a:prstGeom prst="roundRect">
              <a:avLst/>
            </a:prstGeom>
            <a:gradFill flip="none" rotWithShape="1">
              <a:gsLst>
                <a:gs pos="0">
                  <a:schemeClr val="accent1">
                    <a:alpha val="80000"/>
                    <a:lumMod val="44000"/>
                    <a:lumOff val="56000"/>
                  </a:schemeClr>
                </a:gs>
                <a:gs pos="100000">
                  <a:schemeClr val="accent1">
                    <a:alpha val="80000"/>
                    <a:lumMod val="75000"/>
                  </a:schemeClr>
                </a:gs>
              </a:gsLst>
              <a:lin ang="2700000" scaled="1"/>
              <a:tileRect/>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Rounded Corners 33">
              <a:extLst>
                <a:ext uri="{FF2B5EF4-FFF2-40B4-BE49-F238E27FC236}">
                  <a16:creationId xmlns:a16="http://schemas.microsoft.com/office/drawing/2014/main" id="{817A1A18-20E0-DCD1-125B-70F167F7AFC1}"/>
                </a:ext>
              </a:extLst>
            </p:cNvPr>
            <p:cNvSpPr/>
            <p:nvPr/>
          </p:nvSpPr>
          <p:spPr>
            <a:xfrm>
              <a:off x="7715263" y="5382985"/>
              <a:ext cx="934830" cy="934830"/>
            </a:xfrm>
            <a:prstGeom prst="round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22285834-5B4C-2CBC-FF65-14521827159F}"/>
                </a:ext>
              </a:extLst>
            </p:cNvPr>
            <p:cNvSpPr txBox="1"/>
            <p:nvPr/>
          </p:nvSpPr>
          <p:spPr>
            <a:xfrm>
              <a:off x="5537762" y="5952414"/>
              <a:ext cx="2168070" cy="253916"/>
            </a:xfrm>
            <a:prstGeom prst="rect">
              <a:avLst/>
            </a:prstGeom>
            <a:noFill/>
          </p:spPr>
          <p:txBody>
            <a:bodyPr wrap="square" rtlCol="0">
              <a:spAutoFit/>
            </a:bodyPr>
            <a:lstStyle/>
            <a:p>
              <a:pPr algn="ctr"/>
              <a:endParaRPr lang="en-US" sz="1050" dirty="0">
                <a:solidFill>
                  <a:schemeClr val="tx1">
                    <a:lumMod val="65000"/>
                    <a:lumOff val="35000"/>
                  </a:schemeClr>
                </a:solidFill>
                <a:latin typeface="Century Gothic" panose="020B0502020202020204" pitchFamily="34" charset="0"/>
              </a:endParaRPr>
            </a:p>
          </p:txBody>
        </p:sp>
        <p:sp>
          <p:nvSpPr>
            <p:cNvPr id="36" name="TextBox 35">
              <a:extLst>
                <a:ext uri="{FF2B5EF4-FFF2-40B4-BE49-F238E27FC236}">
                  <a16:creationId xmlns:a16="http://schemas.microsoft.com/office/drawing/2014/main" id="{F12D1030-6E0A-1CC7-C246-5CE9F42F1636}"/>
                </a:ext>
              </a:extLst>
            </p:cNvPr>
            <p:cNvSpPr txBox="1"/>
            <p:nvPr/>
          </p:nvSpPr>
          <p:spPr>
            <a:xfrm>
              <a:off x="5202488" y="5317718"/>
              <a:ext cx="2332593" cy="369332"/>
            </a:xfrm>
            <a:prstGeom prst="rect">
              <a:avLst/>
            </a:prstGeom>
            <a:noFill/>
          </p:spPr>
          <p:txBody>
            <a:bodyPr wrap="square" rtlCol="0">
              <a:spAutoFit/>
            </a:bodyPr>
            <a:lstStyle/>
            <a:p>
              <a:pPr algn="ctr"/>
              <a:r>
                <a:rPr lang="en-US" b="1" dirty="0">
                  <a:solidFill>
                    <a:schemeClr val="accent1">
                      <a:lumMod val="50000"/>
                    </a:schemeClr>
                  </a:solidFill>
                  <a:latin typeface="Century" panose="02040604050505020304" pitchFamily="18" charset="0"/>
                </a:rPr>
                <a:t>4. Train - Test Split</a:t>
              </a:r>
            </a:p>
          </p:txBody>
        </p:sp>
      </p:grpSp>
      <p:grpSp>
        <p:nvGrpSpPr>
          <p:cNvPr id="37" name="Group 36">
            <a:extLst>
              <a:ext uri="{FF2B5EF4-FFF2-40B4-BE49-F238E27FC236}">
                <a16:creationId xmlns:a16="http://schemas.microsoft.com/office/drawing/2014/main" id="{B0B41B9B-3CE3-9357-6DA6-C6A70C518A86}"/>
              </a:ext>
            </a:extLst>
          </p:cNvPr>
          <p:cNvGrpSpPr/>
          <p:nvPr/>
        </p:nvGrpSpPr>
        <p:grpSpPr>
          <a:xfrm>
            <a:off x="6732967" y="1914982"/>
            <a:ext cx="3847232" cy="1256880"/>
            <a:chOff x="4963887" y="5221960"/>
            <a:chExt cx="3847232" cy="1256880"/>
          </a:xfrm>
        </p:grpSpPr>
        <p:sp>
          <p:nvSpPr>
            <p:cNvPr id="38" name="Rectangle: Rounded Corners 37">
              <a:extLst>
                <a:ext uri="{FF2B5EF4-FFF2-40B4-BE49-F238E27FC236}">
                  <a16:creationId xmlns:a16="http://schemas.microsoft.com/office/drawing/2014/main" id="{5044E174-2C7D-E590-230A-03F4F11A348C}"/>
                </a:ext>
              </a:extLst>
            </p:cNvPr>
            <p:cNvSpPr/>
            <p:nvPr/>
          </p:nvSpPr>
          <p:spPr>
            <a:xfrm>
              <a:off x="4963887" y="5221960"/>
              <a:ext cx="3847232" cy="1256880"/>
            </a:xfrm>
            <a:prstGeom prst="roundRect">
              <a:avLst/>
            </a:prstGeom>
            <a:gradFill flip="none" rotWithShape="1">
              <a:gsLst>
                <a:gs pos="0">
                  <a:schemeClr val="bg1"/>
                </a:gs>
                <a:gs pos="100000">
                  <a:schemeClr val="bg1">
                    <a:lumMod val="95000"/>
                  </a:schemeClr>
                </a:gs>
              </a:gsLst>
              <a:lin ang="2700000" scaled="1"/>
              <a:tileRect/>
            </a:gradFill>
            <a:ln>
              <a:solidFill>
                <a:schemeClr val="bg1">
                  <a:lumMod val="75000"/>
                </a:schemeClr>
              </a:solidFill>
            </a:ln>
            <a:effectLst>
              <a:innerShdw blurRad="114300">
                <a:schemeClr val="bg1">
                  <a:lumMod val="6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Rounded Corners 38">
              <a:extLst>
                <a:ext uri="{FF2B5EF4-FFF2-40B4-BE49-F238E27FC236}">
                  <a16:creationId xmlns:a16="http://schemas.microsoft.com/office/drawing/2014/main" id="{11CDAF88-B0AD-5321-9686-375D7CD78397}"/>
                </a:ext>
              </a:extLst>
            </p:cNvPr>
            <p:cNvSpPr/>
            <p:nvPr/>
          </p:nvSpPr>
          <p:spPr>
            <a:xfrm>
              <a:off x="7554238" y="5221960"/>
              <a:ext cx="1256880" cy="1256880"/>
            </a:xfrm>
            <a:prstGeom prst="roundRect">
              <a:avLst/>
            </a:prstGeom>
            <a:gradFill flip="none" rotWithShape="1">
              <a:gsLst>
                <a:gs pos="0">
                  <a:schemeClr val="accent1">
                    <a:alpha val="80000"/>
                    <a:lumMod val="44000"/>
                    <a:lumOff val="56000"/>
                  </a:schemeClr>
                </a:gs>
                <a:gs pos="100000">
                  <a:schemeClr val="accent1">
                    <a:alpha val="80000"/>
                    <a:lumMod val="75000"/>
                  </a:schemeClr>
                </a:gs>
              </a:gsLst>
              <a:lin ang="2700000" scaled="1"/>
              <a:tileRect/>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Rectangle: Rounded Corners 39">
              <a:extLst>
                <a:ext uri="{FF2B5EF4-FFF2-40B4-BE49-F238E27FC236}">
                  <a16:creationId xmlns:a16="http://schemas.microsoft.com/office/drawing/2014/main" id="{2A067812-FD6C-5ABF-D418-C324E915B6BB}"/>
                </a:ext>
              </a:extLst>
            </p:cNvPr>
            <p:cNvSpPr/>
            <p:nvPr/>
          </p:nvSpPr>
          <p:spPr>
            <a:xfrm>
              <a:off x="7715263" y="5382985"/>
              <a:ext cx="934830" cy="934830"/>
            </a:xfrm>
            <a:prstGeom prst="round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34046F03-8F3F-CE07-EC38-D4E7F527B340}"/>
                </a:ext>
              </a:extLst>
            </p:cNvPr>
            <p:cNvSpPr txBox="1"/>
            <p:nvPr/>
          </p:nvSpPr>
          <p:spPr>
            <a:xfrm>
              <a:off x="5537762" y="5952414"/>
              <a:ext cx="2168070" cy="253916"/>
            </a:xfrm>
            <a:prstGeom prst="rect">
              <a:avLst/>
            </a:prstGeom>
            <a:noFill/>
          </p:spPr>
          <p:txBody>
            <a:bodyPr wrap="square" rtlCol="0">
              <a:spAutoFit/>
            </a:bodyPr>
            <a:lstStyle/>
            <a:p>
              <a:pPr algn="ctr"/>
              <a:endParaRPr lang="en-US" sz="1050" dirty="0">
                <a:solidFill>
                  <a:schemeClr val="tx1">
                    <a:lumMod val="65000"/>
                    <a:lumOff val="35000"/>
                  </a:schemeClr>
                </a:solidFill>
                <a:latin typeface="Century Gothic" panose="020B0502020202020204" pitchFamily="34" charset="0"/>
              </a:endParaRPr>
            </a:p>
          </p:txBody>
        </p:sp>
        <p:sp>
          <p:nvSpPr>
            <p:cNvPr id="42" name="TextBox 41">
              <a:extLst>
                <a:ext uri="{FF2B5EF4-FFF2-40B4-BE49-F238E27FC236}">
                  <a16:creationId xmlns:a16="http://schemas.microsoft.com/office/drawing/2014/main" id="{4D94CF0A-D457-C6F5-5D77-E1FDBB935340}"/>
                </a:ext>
              </a:extLst>
            </p:cNvPr>
            <p:cNvSpPr txBox="1"/>
            <p:nvPr/>
          </p:nvSpPr>
          <p:spPr>
            <a:xfrm>
              <a:off x="5202489" y="5317718"/>
              <a:ext cx="2342318" cy="584775"/>
            </a:xfrm>
            <a:prstGeom prst="rect">
              <a:avLst/>
            </a:prstGeom>
            <a:noFill/>
          </p:spPr>
          <p:txBody>
            <a:bodyPr wrap="square" rtlCol="0">
              <a:spAutoFit/>
            </a:bodyPr>
            <a:lstStyle/>
            <a:p>
              <a:pPr algn="ctr"/>
              <a:r>
                <a:rPr lang="en-US" sz="1600" b="1" dirty="0">
                  <a:solidFill>
                    <a:schemeClr val="accent1">
                      <a:lumMod val="50000"/>
                    </a:schemeClr>
                  </a:solidFill>
                  <a:latin typeface="Century" panose="02040604050505020304" pitchFamily="18" charset="0"/>
                </a:rPr>
                <a:t>5. Model Selection and Model Training</a:t>
              </a:r>
            </a:p>
          </p:txBody>
        </p:sp>
      </p:grpSp>
      <p:grpSp>
        <p:nvGrpSpPr>
          <p:cNvPr id="43" name="Group 42">
            <a:extLst>
              <a:ext uri="{FF2B5EF4-FFF2-40B4-BE49-F238E27FC236}">
                <a16:creationId xmlns:a16="http://schemas.microsoft.com/office/drawing/2014/main" id="{70277469-17E4-30EE-176B-A57EC2F1BAB1}"/>
              </a:ext>
            </a:extLst>
          </p:cNvPr>
          <p:cNvGrpSpPr/>
          <p:nvPr/>
        </p:nvGrpSpPr>
        <p:grpSpPr>
          <a:xfrm>
            <a:off x="6732967" y="3429000"/>
            <a:ext cx="3847232" cy="1256880"/>
            <a:chOff x="4963887" y="5221960"/>
            <a:chExt cx="3847232" cy="1256880"/>
          </a:xfrm>
        </p:grpSpPr>
        <p:sp>
          <p:nvSpPr>
            <p:cNvPr id="44" name="Rectangle: Rounded Corners 43">
              <a:extLst>
                <a:ext uri="{FF2B5EF4-FFF2-40B4-BE49-F238E27FC236}">
                  <a16:creationId xmlns:a16="http://schemas.microsoft.com/office/drawing/2014/main" id="{6E6BF66C-7BEE-404C-D80D-CD303B6028DD}"/>
                </a:ext>
              </a:extLst>
            </p:cNvPr>
            <p:cNvSpPr/>
            <p:nvPr/>
          </p:nvSpPr>
          <p:spPr>
            <a:xfrm>
              <a:off x="4963887" y="5221960"/>
              <a:ext cx="3847232" cy="1256880"/>
            </a:xfrm>
            <a:prstGeom prst="roundRect">
              <a:avLst/>
            </a:prstGeom>
            <a:gradFill flip="none" rotWithShape="1">
              <a:gsLst>
                <a:gs pos="0">
                  <a:schemeClr val="bg1"/>
                </a:gs>
                <a:gs pos="100000">
                  <a:schemeClr val="bg1">
                    <a:lumMod val="95000"/>
                  </a:schemeClr>
                </a:gs>
              </a:gsLst>
              <a:lin ang="2700000" scaled="1"/>
              <a:tileRect/>
            </a:gradFill>
            <a:ln>
              <a:solidFill>
                <a:schemeClr val="bg1">
                  <a:lumMod val="75000"/>
                </a:schemeClr>
              </a:solidFill>
            </a:ln>
            <a:effectLst>
              <a:innerShdw blurRad="114300">
                <a:schemeClr val="bg1">
                  <a:lumMod val="6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Rounded Corners 44">
              <a:extLst>
                <a:ext uri="{FF2B5EF4-FFF2-40B4-BE49-F238E27FC236}">
                  <a16:creationId xmlns:a16="http://schemas.microsoft.com/office/drawing/2014/main" id="{146122E1-8C1E-CE4F-E224-739E5C01DEDE}"/>
                </a:ext>
              </a:extLst>
            </p:cNvPr>
            <p:cNvSpPr/>
            <p:nvPr/>
          </p:nvSpPr>
          <p:spPr>
            <a:xfrm>
              <a:off x="7554238" y="5221960"/>
              <a:ext cx="1256880" cy="1256880"/>
            </a:xfrm>
            <a:prstGeom prst="roundRect">
              <a:avLst/>
            </a:prstGeom>
            <a:gradFill flip="none" rotWithShape="1">
              <a:gsLst>
                <a:gs pos="0">
                  <a:schemeClr val="accent1">
                    <a:alpha val="80000"/>
                    <a:lumMod val="44000"/>
                    <a:lumOff val="56000"/>
                  </a:schemeClr>
                </a:gs>
                <a:gs pos="100000">
                  <a:schemeClr val="accent1">
                    <a:alpha val="80000"/>
                    <a:lumMod val="75000"/>
                  </a:schemeClr>
                </a:gs>
              </a:gsLst>
              <a:lin ang="2700000" scaled="1"/>
              <a:tileRect/>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Rectangle: Rounded Corners 45">
              <a:extLst>
                <a:ext uri="{FF2B5EF4-FFF2-40B4-BE49-F238E27FC236}">
                  <a16:creationId xmlns:a16="http://schemas.microsoft.com/office/drawing/2014/main" id="{27131131-5998-9DC7-5FCA-2B5EA7384146}"/>
                </a:ext>
              </a:extLst>
            </p:cNvPr>
            <p:cNvSpPr/>
            <p:nvPr/>
          </p:nvSpPr>
          <p:spPr>
            <a:xfrm>
              <a:off x="7715263" y="5382985"/>
              <a:ext cx="934830" cy="934830"/>
            </a:xfrm>
            <a:prstGeom prst="round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a:extLst>
                <a:ext uri="{FF2B5EF4-FFF2-40B4-BE49-F238E27FC236}">
                  <a16:creationId xmlns:a16="http://schemas.microsoft.com/office/drawing/2014/main" id="{10C16FAC-FBD2-E428-7B32-D05FA9C8FADE}"/>
                </a:ext>
              </a:extLst>
            </p:cNvPr>
            <p:cNvSpPr txBox="1"/>
            <p:nvPr/>
          </p:nvSpPr>
          <p:spPr>
            <a:xfrm>
              <a:off x="5537762" y="5952414"/>
              <a:ext cx="2168070" cy="253916"/>
            </a:xfrm>
            <a:prstGeom prst="rect">
              <a:avLst/>
            </a:prstGeom>
            <a:noFill/>
          </p:spPr>
          <p:txBody>
            <a:bodyPr wrap="square" rtlCol="0">
              <a:spAutoFit/>
            </a:bodyPr>
            <a:lstStyle/>
            <a:p>
              <a:pPr algn="ctr"/>
              <a:endParaRPr lang="en-US" sz="1050" dirty="0">
                <a:solidFill>
                  <a:schemeClr val="tx1">
                    <a:lumMod val="65000"/>
                    <a:lumOff val="35000"/>
                  </a:schemeClr>
                </a:solidFill>
                <a:latin typeface="Century Gothic" panose="020B0502020202020204" pitchFamily="34" charset="0"/>
              </a:endParaRPr>
            </a:p>
          </p:txBody>
        </p:sp>
        <p:sp>
          <p:nvSpPr>
            <p:cNvPr id="48" name="TextBox 47">
              <a:extLst>
                <a:ext uri="{FF2B5EF4-FFF2-40B4-BE49-F238E27FC236}">
                  <a16:creationId xmlns:a16="http://schemas.microsoft.com/office/drawing/2014/main" id="{513C3495-8318-0EAC-66F6-039572A8D20B}"/>
                </a:ext>
              </a:extLst>
            </p:cNvPr>
            <p:cNvSpPr txBox="1"/>
            <p:nvPr/>
          </p:nvSpPr>
          <p:spPr>
            <a:xfrm>
              <a:off x="5202489" y="5317718"/>
              <a:ext cx="2342318" cy="369332"/>
            </a:xfrm>
            <a:prstGeom prst="rect">
              <a:avLst/>
            </a:prstGeom>
            <a:noFill/>
          </p:spPr>
          <p:txBody>
            <a:bodyPr wrap="square" rtlCol="0">
              <a:spAutoFit/>
            </a:bodyPr>
            <a:lstStyle/>
            <a:p>
              <a:pPr algn="ctr"/>
              <a:r>
                <a:rPr lang="en-US" b="1" dirty="0">
                  <a:solidFill>
                    <a:schemeClr val="accent1">
                      <a:lumMod val="50000"/>
                    </a:schemeClr>
                  </a:solidFill>
                  <a:latin typeface="Century" panose="02040604050505020304" pitchFamily="18" charset="0"/>
                </a:rPr>
                <a:t>6. Model Evaluation</a:t>
              </a:r>
            </a:p>
          </p:txBody>
        </p:sp>
      </p:grpSp>
      <p:grpSp>
        <p:nvGrpSpPr>
          <p:cNvPr id="49" name="Group 48">
            <a:extLst>
              <a:ext uri="{FF2B5EF4-FFF2-40B4-BE49-F238E27FC236}">
                <a16:creationId xmlns:a16="http://schemas.microsoft.com/office/drawing/2014/main" id="{58396D8B-2FC2-9CBB-9D32-553A7A230EFF}"/>
              </a:ext>
            </a:extLst>
          </p:cNvPr>
          <p:cNvGrpSpPr/>
          <p:nvPr/>
        </p:nvGrpSpPr>
        <p:grpSpPr>
          <a:xfrm>
            <a:off x="6760405" y="5001535"/>
            <a:ext cx="3847232" cy="1256880"/>
            <a:chOff x="4963887" y="5221960"/>
            <a:chExt cx="3847232" cy="1256880"/>
          </a:xfrm>
        </p:grpSpPr>
        <p:sp>
          <p:nvSpPr>
            <p:cNvPr id="50" name="Rectangle: Rounded Corners 49">
              <a:extLst>
                <a:ext uri="{FF2B5EF4-FFF2-40B4-BE49-F238E27FC236}">
                  <a16:creationId xmlns:a16="http://schemas.microsoft.com/office/drawing/2014/main" id="{87935D36-DFEA-20DE-60F5-CE1434C87DD6}"/>
                </a:ext>
              </a:extLst>
            </p:cNvPr>
            <p:cNvSpPr/>
            <p:nvPr/>
          </p:nvSpPr>
          <p:spPr>
            <a:xfrm>
              <a:off x="4963887" y="5221960"/>
              <a:ext cx="3847232" cy="1256880"/>
            </a:xfrm>
            <a:prstGeom prst="roundRect">
              <a:avLst/>
            </a:prstGeom>
            <a:gradFill flip="none" rotWithShape="1">
              <a:gsLst>
                <a:gs pos="0">
                  <a:schemeClr val="bg1"/>
                </a:gs>
                <a:gs pos="100000">
                  <a:schemeClr val="bg1">
                    <a:lumMod val="95000"/>
                  </a:schemeClr>
                </a:gs>
              </a:gsLst>
              <a:lin ang="2700000" scaled="1"/>
              <a:tileRect/>
            </a:gradFill>
            <a:ln>
              <a:solidFill>
                <a:schemeClr val="bg1">
                  <a:lumMod val="75000"/>
                </a:schemeClr>
              </a:solidFill>
            </a:ln>
            <a:effectLst>
              <a:innerShdw blurRad="114300">
                <a:schemeClr val="bg1">
                  <a:lumMod val="6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Rounded Corners 50">
              <a:extLst>
                <a:ext uri="{FF2B5EF4-FFF2-40B4-BE49-F238E27FC236}">
                  <a16:creationId xmlns:a16="http://schemas.microsoft.com/office/drawing/2014/main" id="{5FBD9A71-84BB-0840-7176-547D6B4BD1E0}"/>
                </a:ext>
              </a:extLst>
            </p:cNvPr>
            <p:cNvSpPr/>
            <p:nvPr/>
          </p:nvSpPr>
          <p:spPr>
            <a:xfrm>
              <a:off x="7554238" y="5221960"/>
              <a:ext cx="1256880" cy="1256880"/>
            </a:xfrm>
            <a:prstGeom prst="roundRect">
              <a:avLst/>
            </a:prstGeom>
            <a:gradFill flip="none" rotWithShape="1">
              <a:gsLst>
                <a:gs pos="0">
                  <a:schemeClr val="accent1">
                    <a:alpha val="80000"/>
                    <a:lumMod val="44000"/>
                    <a:lumOff val="56000"/>
                  </a:schemeClr>
                </a:gs>
                <a:gs pos="100000">
                  <a:schemeClr val="accent1">
                    <a:alpha val="80000"/>
                    <a:lumMod val="75000"/>
                  </a:schemeClr>
                </a:gs>
              </a:gsLst>
              <a:lin ang="2700000" scaled="1"/>
              <a:tileRect/>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Rectangle: Rounded Corners 51">
              <a:extLst>
                <a:ext uri="{FF2B5EF4-FFF2-40B4-BE49-F238E27FC236}">
                  <a16:creationId xmlns:a16="http://schemas.microsoft.com/office/drawing/2014/main" id="{358B71A1-3D2E-3EF2-516A-516421570CB9}"/>
                </a:ext>
              </a:extLst>
            </p:cNvPr>
            <p:cNvSpPr/>
            <p:nvPr/>
          </p:nvSpPr>
          <p:spPr>
            <a:xfrm>
              <a:off x="7715263" y="5382985"/>
              <a:ext cx="934830" cy="934830"/>
            </a:xfrm>
            <a:prstGeom prst="round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a:extLst>
                <a:ext uri="{FF2B5EF4-FFF2-40B4-BE49-F238E27FC236}">
                  <a16:creationId xmlns:a16="http://schemas.microsoft.com/office/drawing/2014/main" id="{72F4301B-989B-840B-949C-8459870ED4C2}"/>
                </a:ext>
              </a:extLst>
            </p:cNvPr>
            <p:cNvSpPr txBox="1"/>
            <p:nvPr/>
          </p:nvSpPr>
          <p:spPr>
            <a:xfrm>
              <a:off x="5537762" y="5952414"/>
              <a:ext cx="2168070" cy="253916"/>
            </a:xfrm>
            <a:prstGeom prst="rect">
              <a:avLst/>
            </a:prstGeom>
            <a:noFill/>
          </p:spPr>
          <p:txBody>
            <a:bodyPr wrap="square" rtlCol="0">
              <a:spAutoFit/>
            </a:bodyPr>
            <a:lstStyle/>
            <a:p>
              <a:pPr algn="ctr"/>
              <a:endParaRPr lang="en-US" sz="1050" dirty="0">
                <a:solidFill>
                  <a:schemeClr val="tx1">
                    <a:lumMod val="65000"/>
                    <a:lumOff val="35000"/>
                  </a:schemeClr>
                </a:solidFill>
                <a:latin typeface="Century Gothic" panose="020B0502020202020204" pitchFamily="34" charset="0"/>
              </a:endParaRPr>
            </a:p>
          </p:txBody>
        </p:sp>
        <p:sp>
          <p:nvSpPr>
            <p:cNvPr id="54" name="TextBox 53">
              <a:extLst>
                <a:ext uri="{FF2B5EF4-FFF2-40B4-BE49-F238E27FC236}">
                  <a16:creationId xmlns:a16="http://schemas.microsoft.com/office/drawing/2014/main" id="{6329E78B-8638-C7C7-6759-28847CCBCB7B}"/>
                </a:ext>
              </a:extLst>
            </p:cNvPr>
            <p:cNvSpPr txBox="1"/>
            <p:nvPr/>
          </p:nvSpPr>
          <p:spPr>
            <a:xfrm>
              <a:off x="5008658" y="5317718"/>
              <a:ext cx="2564735" cy="369332"/>
            </a:xfrm>
            <a:prstGeom prst="rect">
              <a:avLst/>
            </a:prstGeom>
            <a:noFill/>
          </p:spPr>
          <p:txBody>
            <a:bodyPr wrap="square" rtlCol="0">
              <a:spAutoFit/>
            </a:bodyPr>
            <a:lstStyle/>
            <a:p>
              <a:pPr algn="ctr"/>
              <a:r>
                <a:rPr lang="en-US" b="1" dirty="0">
                  <a:solidFill>
                    <a:schemeClr val="accent1">
                      <a:lumMod val="50000"/>
                    </a:schemeClr>
                  </a:solidFill>
                  <a:latin typeface="Century" panose="02040604050505020304" pitchFamily="18" charset="0"/>
                </a:rPr>
                <a:t>7.Monitor and Update</a:t>
              </a:r>
            </a:p>
          </p:txBody>
        </p:sp>
      </p:grpSp>
      <p:sp>
        <p:nvSpPr>
          <p:cNvPr id="57" name="TextBox 56">
            <a:extLst>
              <a:ext uri="{FF2B5EF4-FFF2-40B4-BE49-F238E27FC236}">
                <a16:creationId xmlns:a16="http://schemas.microsoft.com/office/drawing/2014/main" id="{8A16D61E-54B8-C45C-ABE3-E816F7931D6D}"/>
              </a:ext>
            </a:extLst>
          </p:cNvPr>
          <p:cNvSpPr txBox="1"/>
          <p:nvPr/>
        </p:nvSpPr>
        <p:spPr>
          <a:xfrm>
            <a:off x="898011" y="3386258"/>
            <a:ext cx="2572482" cy="646331"/>
          </a:xfrm>
          <a:prstGeom prst="rect">
            <a:avLst/>
          </a:prstGeom>
          <a:noFill/>
        </p:spPr>
        <p:txBody>
          <a:bodyPr wrap="square" rtlCol="0">
            <a:spAutoFit/>
          </a:bodyPr>
          <a:lstStyle>
            <a:defPPr>
              <a:defRPr lang="en-US"/>
            </a:defPPr>
            <a:lvl1pPr algn="ctr">
              <a:defRPr b="1">
                <a:solidFill>
                  <a:schemeClr val="accent1">
                    <a:lumMod val="50000"/>
                  </a:schemeClr>
                </a:solidFill>
                <a:latin typeface="Century" panose="02040604050505020304" pitchFamily="18" charset="0"/>
              </a:defRPr>
            </a:lvl1pPr>
          </a:lstStyle>
          <a:p>
            <a:r>
              <a:rPr lang="en-US" sz="1200" dirty="0">
                <a:solidFill>
                  <a:schemeClr val="accent1">
                    <a:lumMod val="75000"/>
                  </a:schemeClr>
                </a:solidFill>
                <a:latin typeface="Century Gothic" panose="020B0502020202020204" pitchFamily="34" charset="0"/>
              </a:rPr>
              <a:t>Analyzing and visualizing data patterns to understand its characteristics</a:t>
            </a:r>
            <a:endParaRPr lang="en-IN" sz="1200" dirty="0">
              <a:solidFill>
                <a:schemeClr val="accent1">
                  <a:lumMod val="75000"/>
                </a:schemeClr>
              </a:solidFill>
              <a:latin typeface="Century Gothic" panose="020B0502020202020204" pitchFamily="34" charset="0"/>
            </a:endParaRPr>
          </a:p>
        </p:txBody>
      </p:sp>
      <p:sp>
        <p:nvSpPr>
          <p:cNvPr id="60" name="TextBox 59">
            <a:extLst>
              <a:ext uri="{FF2B5EF4-FFF2-40B4-BE49-F238E27FC236}">
                <a16:creationId xmlns:a16="http://schemas.microsoft.com/office/drawing/2014/main" id="{DED5B00F-83EF-97DE-A79B-7555548D2EA2}"/>
              </a:ext>
            </a:extLst>
          </p:cNvPr>
          <p:cNvSpPr txBox="1"/>
          <p:nvPr/>
        </p:nvSpPr>
        <p:spPr>
          <a:xfrm>
            <a:off x="822710" y="5140186"/>
            <a:ext cx="2542357" cy="646331"/>
          </a:xfrm>
          <a:prstGeom prst="rect">
            <a:avLst/>
          </a:prstGeom>
          <a:noFill/>
        </p:spPr>
        <p:txBody>
          <a:bodyPr wrap="square" rtlCol="0">
            <a:spAutoFit/>
          </a:bodyPr>
          <a:lstStyle>
            <a:defPPr>
              <a:defRPr lang="en-US"/>
            </a:defPPr>
            <a:lvl1pPr algn="ctr">
              <a:defRPr b="1">
                <a:solidFill>
                  <a:schemeClr val="accent1">
                    <a:lumMod val="50000"/>
                  </a:schemeClr>
                </a:solidFill>
                <a:latin typeface="Century" panose="02040604050505020304" pitchFamily="18" charset="0"/>
              </a:defRPr>
            </a:lvl1pPr>
          </a:lstStyle>
          <a:p>
            <a:r>
              <a:rPr lang="en-US" sz="1200" dirty="0">
                <a:solidFill>
                  <a:schemeClr val="accent1">
                    <a:lumMod val="75000"/>
                  </a:schemeClr>
                </a:solidFill>
                <a:latin typeface="Century Gothic" panose="020B0502020202020204" pitchFamily="34" charset="0"/>
              </a:rPr>
              <a:t>Preparing and cleaning data to enhance its quality and suitability</a:t>
            </a:r>
            <a:endParaRPr lang="en-IN" sz="1200" dirty="0">
              <a:solidFill>
                <a:schemeClr val="accent1">
                  <a:lumMod val="75000"/>
                </a:schemeClr>
              </a:solidFill>
              <a:latin typeface="Century Gothic" panose="020B0502020202020204" pitchFamily="34" charset="0"/>
            </a:endParaRPr>
          </a:p>
        </p:txBody>
      </p:sp>
      <p:pic>
        <p:nvPicPr>
          <p:cNvPr id="62" name="Picture 61">
            <a:extLst>
              <a:ext uri="{FF2B5EF4-FFF2-40B4-BE49-F238E27FC236}">
                <a16:creationId xmlns:a16="http://schemas.microsoft.com/office/drawing/2014/main" id="{43499BEA-BA7D-A7F9-2430-C464609A71B0}"/>
              </a:ext>
            </a:extLst>
          </p:cNvPr>
          <p:cNvPicPr>
            <a:picLocks noChangeAspect="1"/>
          </p:cNvPicPr>
          <p:nvPr/>
        </p:nvPicPr>
        <p:blipFill>
          <a:blip r:embed="rId3"/>
          <a:stretch>
            <a:fillRect/>
          </a:stretch>
        </p:blipFill>
        <p:spPr>
          <a:xfrm>
            <a:off x="3551005" y="4804163"/>
            <a:ext cx="999205" cy="934830"/>
          </a:xfrm>
          <a:prstGeom prst="rect">
            <a:avLst/>
          </a:prstGeom>
        </p:spPr>
      </p:pic>
      <p:sp>
        <p:nvSpPr>
          <p:cNvPr id="63" name="TextBox 62">
            <a:extLst>
              <a:ext uri="{FF2B5EF4-FFF2-40B4-BE49-F238E27FC236}">
                <a16:creationId xmlns:a16="http://schemas.microsoft.com/office/drawing/2014/main" id="{7D794538-93BF-8CED-5BBB-1C8D00D712AD}"/>
              </a:ext>
            </a:extLst>
          </p:cNvPr>
          <p:cNvSpPr txBox="1"/>
          <p:nvPr/>
        </p:nvSpPr>
        <p:spPr>
          <a:xfrm>
            <a:off x="6861473" y="854245"/>
            <a:ext cx="2542357" cy="646331"/>
          </a:xfrm>
          <a:prstGeom prst="rect">
            <a:avLst/>
          </a:prstGeom>
          <a:noFill/>
        </p:spPr>
        <p:txBody>
          <a:bodyPr wrap="square" rtlCol="0">
            <a:spAutoFit/>
          </a:bodyPr>
          <a:lstStyle>
            <a:defPPr>
              <a:defRPr lang="en-US"/>
            </a:defPPr>
            <a:lvl1pPr algn="ctr">
              <a:defRPr b="1">
                <a:solidFill>
                  <a:schemeClr val="accent1">
                    <a:lumMod val="50000"/>
                  </a:schemeClr>
                </a:solidFill>
                <a:latin typeface="Century" panose="02040604050505020304" pitchFamily="18" charset="0"/>
              </a:defRPr>
            </a:lvl1pPr>
          </a:lstStyle>
          <a:p>
            <a:r>
              <a:rPr lang="en-US" sz="1200" dirty="0">
                <a:solidFill>
                  <a:schemeClr val="accent1">
                    <a:lumMod val="75000"/>
                  </a:schemeClr>
                </a:solidFill>
                <a:latin typeface="Century Gothic" panose="020B0502020202020204" pitchFamily="34" charset="0"/>
              </a:rPr>
              <a:t>Dividing the dataset into training and testing sets to evaluate</a:t>
            </a:r>
            <a:endParaRPr lang="en-IN" sz="1200" dirty="0">
              <a:solidFill>
                <a:schemeClr val="accent1">
                  <a:lumMod val="75000"/>
                </a:schemeClr>
              </a:solidFill>
              <a:latin typeface="Century Gothic" panose="020B0502020202020204" pitchFamily="34" charset="0"/>
            </a:endParaRPr>
          </a:p>
        </p:txBody>
      </p:sp>
      <p:sp>
        <p:nvSpPr>
          <p:cNvPr id="64" name="TextBox 63">
            <a:extLst>
              <a:ext uri="{FF2B5EF4-FFF2-40B4-BE49-F238E27FC236}">
                <a16:creationId xmlns:a16="http://schemas.microsoft.com/office/drawing/2014/main" id="{E4DFA99A-9FAF-71BC-A98A-FC8F34805D1B}"/>
              </a:ext>
            </a:extLst>
          </p:cNvPr>
          <p:cNvSpPr txBox="1"/>
          <p:nvPr/>
        </p:nvSpPr>
        <p:spPr>
          <a:xfrm>
            <a:off x="6871549" y="2485295"/>
            <a:ext cx="2542357" cy="646331"/>
          </a:xfrm>
          <a:prstGeom prst="rect">
            <a:avLst/>
          </a:prstGeom>
          <a:noFill/>
        </p:spPr>
        <p:txBody>
          <a:bodyPr wrap="square" rtlCol="0">
            <a:spAutoFit/>
          </a:bodyPr>
          <a:lstStyle>
            <a:defPPr>
              <a:defRPr lang="en-US"/>
            </a:defPPr>
            <a:lvl1pPr algn="ctr">
              <a:defRPr b="1">
                <a:solidFill>
                  <a:schemeClr val="accent1">
                    <a:lumMod val="50000"/>
                  </a:schemeClr>
                </a:solidFill>
                <a:latin typeface="Century" panose="02040604050505020304" pitchFamily="18" charset="0"/>
              </a:defRPr>
            </a:lvl1pPr>
          </a:lstStyle>
          <a:p>
            <a:r>
              <a:rPr lang="en-US" sz="1200" dirty="0">
                <a:solidFill>
                  <a:schemeClr val="accent1">
                    <a:lumMod val="75000"/>
                  </a:schemeClr>
                </a:solidFill>
                <a:latin typeface="Century Gothic" panose="020B0502020202020204" pitchFamily="34" charset="0"/>
              </a:rPr>
              <a:t>Choosing a suitable machine learning algorithm and optimizing its parameters</a:t>
            </a:r>
            <a:endParaRPr lang="en-IN" sz="1200" dirty="0">
              <a:solidFill>
                <a:schemeClr val="accent1">
                  <a:lumMod val="75000"/>
                </a:schemeClr>
              </a:solidFill>
              <a:latin typeface="Century Gothic" panose="020B0502020202020204" pitchFamily="34" charset="0"/>
            </a:endParaRPr>
          </a:p>
        </p:txBody>
      </p:sp>
      <p:sp>
        <p:nvSpPr>
          <p:cNvPr id="66" name="TextBox 65">
            <a:extLst>
              <a:ext uri="{FF2B5EF4-FFF2-40B4-BE49-F238E27FC236}">
                <a16:creationId xmlns:a16="http://schemas.microsoft.com/office/drawing/2014/main" id="{676362B7-6BDC-B90B-1C85-C0644E012EF3}"/>
              </a:ext>
            </a:extLst>
          </p:cNvPr>
          <p:cNvSpPr txBox="1"/>
          <p:nvPr/>
        </p:nvSpPr>
        <p:spPr>
          <a:xfrm>
            <a:off x="6738670" y="5446546"/>
            <a:ext cx="2584647" cy="646331"/>
          </a:xfrm>
          <a:prstGeom prst="rect">
            <a:avLst/>
          </a:prstGeom>
          <a:noFill/>
        </p:spPr>
        <p:txBody>
          <a:bodyPr wrap="square" rtlCol="0">
            <a:spAutoFit/>
          </a:bodyPr>
          <a:lstStyle>
            <a:defPPr>
              <a:defRPr lang="en-US"/>
            </a:defPPr>
            <a:lvl1pPr algn="ctr">
              <a:defRPr b="1">
                <a:solidFill>
                  <a:schemeClr val="accent1">
                    <a:lumMod val="50000"/>
                  </a:schemeClr>
                </a:solidFill>
                <a:latin typeface="Century" panose="02040604050505020304" pitchFamily="18" charset="0"/>
              </a:defRPr>
            </a:lvl1pPr>
          </a:lstStyle>
          <a:p>
            <a:r>
              <a:rPr lang="en-US" sz="1200" dirty="0">
                <a:solidFill>
                  <a:schemeClr val="accent1">
                    <a:lumMod val="75000"/>
                  </a:schemeClr>
                </a:solidFill>
                <a:latin typeface="Century Gothic" panose="020B0502020202020204" pitchFamily="34" charset="0"/>
              </a:rPr>
              <a:t>Continuously monitor the model's performance in the real-world scenario</a:t>
            </a:r>
            <a:endParaRPr lang="en-IN" sz="1200" dirty="0">
              <a:solidFill>
                <a:schemeClr val="accent1">
                  <a:lumMod val="75000"/>
                </a:schemeClr>
              </a:solidFill>
              <a:latin typeface="Century Gothic" panose="020B0502020202020204" pitchFamily="34" charset="0"/>
            </a:endParaRPr>
          </a:p>
        </p:txBody>
      </p:sp>
      <p:pic>
        <p:nvPicPr>
          <p:cNvPr id="68" name="Picture 67">
            <a:extLst>
              <a:ext uri="{FF2B5EF4-FFF2-40B4-BE49-F238E27FC236}">
                <a16:creationId xmlns:a16="http://schemas.microsoft.com/office/drawing/2014/main" id="{3631F100-305D-F6DC-F336-B2D527347CC4}"/>
              </a:ext>
            </a:extLst>
          </p:cNvPr>
          <p:cNvPicPr>
            <a:picLocks noChangeAspect="1"/>
          </p:cNvPicPr>
          <p:nvPr/>
        </p:nvPicPr>
        <p:blipFill>
          <a:blip r:embed="rId4"/>
          <a:stretch>
            <a:fillRect/>
          </a:stretch>
        </p:blipFill>
        <p:spPr>
          <a:xfrm>
            <a:off x="9502350" y="519290"/>
            <a:ext cx="953986" cy="969000"/>
          </a:xfrm>
          <a:prstGeom prst="rect">
            <a:avLst/>
          </a:prstGeom>
        </p:spPr>
      </p:pic>
      <p:sp>
        <p:nvSpPr>
          <p:cNvPr id="71" name="TextBox 70">
            <a:extLst>
              <a:ext uri="{FF2B5EF4-FFF2-40B4-BE49-F238E27FC236}">
                <a16:creationId xmlns:a16="http://schemas.microsoft.com/office/drawing/2014/main" id="{E97CA322-6337-B59C-CCE5-C2ABE56D3F18}"/>
              </a:ext>
            </a:extLst>
          </p:cNvPr>
          <p:cNvSpPr txBox="1"/>
          <p:nvPr/>
        </p:nvSpPr>
        <p:spPr>
          <a:xfrm>
            <a:off x="6780960" y="3887099"/>
            <a:ext cx="2554516" cy="646331"/>
          </a:xfrm>
          <a:prstGeom prst="rect">
            <a:avLst/>
          </a:prstGeom>
          <a:noFill/>
        </p:spPr>
        <p:txBody>
          <a:bodyPr wrap="square" rtlCol="0">
            <a:spAutoFit/>
          </a:bodyPr>
          <a:lstStyle>
            <a:defPPr>
              <a:defRPr lang="en-US"/>
            </a:defPPr>
            <a:lvl1pPr algn="ctr">
              <a:defRPr b="1">
                <a:solidFill>
                  <a:schemeClr val="accent1">
                    <a:lumMod val="50000"/>
                  </a:schemeClr>
                </a:solidFill>
                <a:latin typeface="Century" panose="02040604050505020304" pitchFamily="18" charset="0"/>
              </a:defRPr>
            </a:lvl1pPr>
          </a:lstStyle>
          <a:p>
            <a:r>
              <a:rPr lang="en-US" sz="1200" dirty="0">
                <a:solidFill>
                  <a:schemeClr val="accent1">
                    <a:lumMod val="75000"/>
                  </a:schemeClr>
                </a:solidFill>
                <a:latin typeface="Century Gothic" panose="020B0502020202020204" pitchFamily="34" charset="0"/>
              </a:rPr>
              <a:t>Assessing the performance of a machine learning model using metrics</a:t>
            </a:r>
            <a:endParaRPr lang="en-IN" sz="1200" dirty="0">
              <a:solidFill>
                <a:schemeClr val="accent1">
                  <a:lumMod val="75000"/>
                </a:schemeClr>
              </a:solidFill>
              <a:latin typeface="Century Gothic" panose="020B0502020202020204" pitchFamily="34" charset="0"/>
            </a:endParaRPr>
          </a:p>
        </p:txBody>
      </p:sp>
      <p:pic>
        <p:nvPicPr>
          <p:cNvPr id="73" name="Picture 72" descr="A robot with a brain next to a computer&#10;&#10;AI-generated content may be incorrect.">
            <a:extLst>
              <a:ext uri="{FF2B5EF4-FFF2-40B4-BE49-F238E27FC236}">
                <a16:creationId xmlns:a16="http://schemas.microsoft.com/office/drawing/2014/main" id="{B06C202E-9C0B-CD56-7296-30E92DBE45CB}"/>
              </a:ext>
            </a:extLst>
          </p:cNvPr>
          <p:cNvPicPr>
            <a:picLocks noChangeAspect="1"/>
          </p:cNvPicPr>
          <p:nvPr/>
        </p:nvPicPr>
        <p:blipFill>
          <a:blip r:embed="rId5"/>
          <a:stretch>
            <a:fillRect/>
          </a:stretch>
        </p:blipFill>
        <p:spPr>
          <a:xfrm>
            <a:off x="9484343" y="2008652"/>
            <a:ext cx="963417" cy="1001207"/>
          </a:xfrm>
          <a:prstGeom prst="rect">
            <a:avLst/>
          </a:prstGeom>
        </p:spPr>
      </p:pic>
      <p:pic>
        <p:nvPicPr>
          <p:cNvPr id="75" name="Picture 74">
            <a:extLst>
              <a:ext uri="{FF2B5EF4-FFF2-40B4-BE49-F238E27FC236}">
                <a16:creationId xmlns:a16="http://schemas.microsoft.com/office/drawing/2014/main" id="{773EF97F-808C-98C4-F6CD-9A5E434F17F9}"/>
              </a:ext>
            </a:extLst>
          </p:cNvPr>
          <p:cNvPicPr>
            <a:picLocks noChangeAspect="1"/>
          </p:cNvPicPr>
          <p:nvPr/>
        </p:nvPicPr>
        <p:blipFill>
          <a:blip r:embed="rId6"/>
          <a:stretch>
            <a:fillRect/>
          </a:stretch>
        </p:blipFill>
        <p:spPr>
          <a:xfrm>
            <a:off x="9463270" y="5127542"/>
            <a:ext cx="1018717" cy="999931"/>
          </a:xfrm>
          <a:prstGeom prst="rect">
            <a:avLst/>
          </a:prstGeom>
        </p:spPr>
      </p:pic>
      <p:pic>
        <p:nvPicPr>
          <p:cNvPr id="77" name="Picture 76" descr="A group of people standing next to a chart&#10;&#10;AI-generated content may be incorrect.">
            <a:extLst>
              <a:ext uri="{FF2B5EF4-FFF2-40B4-BE49-F238E27FC236}">
                <a16:creationId xmlns:a16="http://schemas.microsoft.com/office/drawing/2014/main" id="{B50EF792-0515-965D-C754-651537287FAA}"/>
              </a:ext>
            </a:extLst>
          </p:cNvPr>
          <p:cNvPicPr>
            <a:picLocks noChangeAspect="1"/>
          </p:cNvPicPr>
          <p:nvPr/>
        </p:nvPicPr>
        <p:blipFill>
          <a:blip r:embed="rId7"/>
          <a:stretch>
            <a:fillRect/>
          </a:stretch>
        </p:blipFill>
        <p:spPr>
          <a:xfrm>
            <a:off x="3551005" y="2918239"/>
            <a:ext cx="977950" cy="968860"/>
          </a:xfrm>
          <a:prstGeom prst="rect">
            <a:avLst/>
          </a:prstGeom>
        </p:spPr>
      </p:pic>
      <p:pic>
        <p:nvPicPr>
          <p:cNvPr id="79" name="Picture 78">
            <a:extLst>
              <a:ext uri="{FF2B5EF4-FFF2-40B4-BE49-F238E27FC236}">
                <a16:creationId xmlns:a16="http://schemas.microsoft.com/office/drawing/2014/main" id="{392B60F0-01AB-35F4-9073-2430A5818ACA}"/>
              </a:ext>
            </a:extLst>
          </p:cNvPr>
          <p:cNvPicPr>
            <a:picLocks noChangeAspect="1"/>
          </p:cNvPicPr>
          <p:nvPr/>
        </p:nvPicPr>
        <p:blipFill>
          <a:blip r:embed="rId8"/>
          <a:stretch>
            <a:fillRect/>
          </a:stretch>
        </p:blipFill>
        <p:spPr>
          <a:xfrm>
            <a:off x="9526085" y="3590025"/>
            <a:ext cx="893088" cy="823345"/>
          </a:xfrm>
          <a:prstGeom prst="rect">
            <a:avLst/>
          </a:prstGeom>
        </p:spPr>
      </p:pic>
      <p:pic>
        <p:nvPicPr>
          <p:cNvPr id="3" name="Picture 2">
            <a:extLst>
              <a:ext uri="{FF2B5EF4-FFF2-40B4-BE49-F238E27FC236}">
                <a16:creationId xmlns:a16="http://schemas.microsoft.com/office/drawing/2014/main" id="{EE00ECC4-E223-7C1C-B6A9-3F890721ABC9}"/>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10207690" y="6227099"/>
            <a:ext cx="1785976" cy="462949"/>
          </a:xfrm>
          <a:prstGeom prst="rect">
            <a:avLst/>
          </a:prstGeom>
        </p:spPr>
      </p:pic>
    </p:spTree>
    <p:extLst>
      <p:ext uri="{BB962C8B-B14F-4D97-AF65-F5344CB8AC3E}">
        <p14:creationId xmlns:p14="http://schemas.microsoft.com/office/powerpoint/2010/main" val="38592490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4E6C047-5885-D0BC-273F-A5DD1EE584B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0207690" y="6227099"/>
            <a:ext cx="1785976" cy="462949"/>
          </a:xfrm>
          <a:prstGeom prst="rect">
            <a:avLst/>
          </a:prstGeom>
        </p:spPr>
      </p:pic>
      <p:sp>
        <p:nvSpPr>
          <p:cNvPr id="3" name="TextBox 2">
            <a:extLst>
              <a:ext uri="{FF2B5EF4-FFF2-40B4-BE49-F238E27FC236}">
                <a16:creationId xmlns:a16="http://schemas.microsoft.com/office/drawing/2014/main" id="{080ED0BD-EA20-E864-EF08-6541AFB59917}"/>
              </a:ext>
            </a:extLst>
          </p:cNvPr>
          <p:cNvSpPr txBox="1"/>
          <p:nvPr/>
        </p:nvSpPr>
        <p:spPr>
          <a:xfrm>
            <a:off x="358530" y="388519"/>
            <a:ext cx="9476846" cy="707886"/>
          </a:xfrm>
          <a:prstGeom prst="rect">
            <a:avLst/>
          </a:prstGeom>
          <a:noFill/>
        </p:spPr>
        <p:txBody>
          <a:bodyPr wrap="square" rtlCol="0">
            <a:spAutoFit/>
          </a:bodyPr>
          <a:lstStyle/>
          <a:p>
            <a:r>
              <a:rPr lang="en-US" sz="4000" b="1" dirty="0">
                <a:solidFill>
                  <a:schemeClr val="accent1">
                    <a:lumMod val="75000"/>
                  </a:schemeClr>
                </a:solidFill>
                <a:effectLst>
                  <a:outerShdw blurRad="38100" dist="38100" dir="2700000" algn="tl">
                    <a:srgbClr val="000000">
                      <a:alpha val="43137"/>
                    </a:srgbClr>
                  </a:outerShdw>
                </a:effectLst>
                <a:latin typeface="Rockwell" panose="02060603020205020403" pitchFamily="18" charset="0"/>
              </a:rPr>
              <a:t>EXPLORATORY DATA ANALYSIS</a:t>
            </a:r>
            <a:endParaRPr lang="en-IN" sz="4000" b="1" dirty="0">
              <a:solidFill>
                <a:schemeClr val="accent1">
                  <a:lumMod val="75000"/>
                </a:schemeClr>
              </a:solidFill>
              <a:effectLst>
                <a:outerShdw blurRad="38100" dist="38100" dir="2700000" algn="tl">
                  <a:srgbClr val="000000">
                    <a:alpha val="43137"/>
                  </a:srgbClr>
                </a:outerShdw>
              </a:effectLst>
              <a:latin typeface="Rockwell" panose="02060603020205020403" pitchFamily="18" charset="0"/>
            </a:endParaRPr>
          </a:p>
        </p:txBody>
      </p:sp>
      <p:sp>
        <p:nvSpPr>
          <p:cNvPr id="9" name="TextBox 8">
            <a:extLst>
              <a:ext uri="{FF2B5EF4-FFF2-40B4-BE49-F238E27FC236}">
                <a16:creationId xmlns:a16="http://schemas.microsoft.com/office/drawing/2014/main" id="{3C18ADDB-7C10-C388-0014-21BBA1AA6693}"/>
              </a:ext>
            </a:extLst>
          </p:cNvPr>
          <p:cNvSpPr txBox="1"/>
          <p:nvPr/>
        </p:nvSpPr>
        <p:spPr>
          <a:xfrm>
            <a:off x="358529" y="1707959"/>
            <a:ext cx="7305869" cy="5078313"/>
          </a:xfrm>
          <a:prstGeom prst="rect">
            <a:avLst/>
          </a:prstGeom>
          <a:solidFill>
            <a:schemeClr val="tx2">
              <a:lumMod val="20000"/>
              <a:lumOff val="80000"/>
            </a:schemeClr>
          </a:solidFill>
        </p:spPr>
        <p:txBody>
          <a:bodyPr wrap="square" rtlCol="0">
            <a:spAutoFit/>
          </a:bodyPr>
          <a:lstStyle/>
          <a:p>
            <a:pPr marL="285750" indent="-285750" algn="just">
              <a:buFont typeface="Arial" panose="020B0604020202020204" pitchFamily="34" charset="0"/>
              <a:buChar char="•"/>
            </a:pPr>
            <a:r>
              <a:rPr lang="en-US" i="0" dirty="0">
                <a:solidFill>
                  <a:schemeClr val="accent1">
                    <a:lumMod val="50000"/>
                  </a:schemeClr>
                </a:solidFill>
                <a:effectLst/>
                <a:latin typeface="Rockwell" panose="02060603020205020403" pitchFamily="18" charset="0"/>
              </a:rPr>
              <a:t>Exploratory Data Analysis (EDA) helped us understand the data structure, find patterns, identify trends, and gain valuable insights from the dataset.</a:t>
            </a:r>
          </a:p>
          <a:p>
            <a:pPr marL="285750" indent="-285750" algn="just">
              <a:buFont typeface="Arial" panose="020B0604020202020204" pitchFamily="34" charset="0"/>
              <a:buChar char="•"/>
            </a:pPr>
            <a:endParaRPr lang="en-US" dirty="0">
              <a:solidFill>
                <a:schemeClr val="accent1">
                  <a:lumMod val="50000"/>
                </a:schemeClr>
              </a:solidFill>
              <a:latin typeface="Rockwell" panose="02060603020205020403" pitchFamily="18" charset="0"/>
            </a:endParaRPr>
          </a:p>
          <a:p>
            <a:pPr marL="285750" indent="-285750" algn="just">
              <a:buFont typeface="Arial" panose="020B0604020202020204" pitchFamily="34" charset="0"/>
              <a:buChar char="•"/>
            </a:pPr>
            <a:r>
              <a:rPr lang="en-US" dirty="0">
                <a:solidFill>
                  <a:schemeClr val="accent1">
                    <a:lumMod val="50000"/>
                  </a:schemeClr>
                </a:solidFill>
                <a:latin typeface="Rockwell" panose="02060603020205020403" pitchFamily="18" charset="0"/>
              </a:rPr>
              <a:t>From EDA, we analyze the distribution of each feature, checking the correlation between the features.</a:t>
            </a:r>
          </a:p>
          <a:p>
            <a:pPr marL="285750" indent="-285750" algn="just">
              <a:buFont typeface="Arial" panose="020B0604020202020204" pitchFamily="34" charset="0"/>
              <a:buChar char="•"/>
            </a:pPr>
            <a:endParaRPr lang="en-US" dirty="0">
              <a:solidFill>
                <a:schemeClr val="accent1">
                  <a:lumMod val="50000"/>
                </a:schemeClr>
              </a:solidFill>
              <a:latin typeface="Rockwell" panose="02060603020205020403" pitchFamily="18" charset="0"/>
            </a:endParaRPr>
          </a:p>
          <a:p>
            <a:pPr marL="285750" indent="-285750" algn="just">
              <a:buFont typeface="Arial" panose="020B0604020202020204" pitchFamily="34" charset="0"/>
              <a:buChar char="•"/>
            </a:pPr>
            <a:r>
              <a:rPr lang="en-US" i="0" dirty="0">
                <a:solidFill>
                  <a:schemeClr val="accent1">
                    <a:lumMod val="50000"/>
                  </a:schemeClr>
                </a:solidFill>
                <a:effectLst/>
                <a:latin typeface="Rockwell" panose="02060603020205020403" pitchFamily="18" charset="0"/>
              </a:rPr>
              <a:t>Using visuals helped us see the data clearly, understand the clinical data relationship with each other, and pinpoint factors that play a vital role in the predictions of heart disease.</a:t>
            </a:r>
          </a:p>
          <a:p>
            <a:pPr algn="just"/>
            <a:endParaRPr lang="en-US" dirty="0">
              <a:solidFill>
                <a:schemeClr val="accent1">
                  <a:lumMod val="50000"/>
                </a:schemeClr>
              </a:solidFill>
              <a:latin typeface="Rockwell" panose="02060603020205020403" pitchFamily="18" charset="0"/>
            </a:endParaRPr>
          </a:p>
          <a:p>
            <a:pPr marL="285750" indent="-285750" algn="just">
              <a:buFont typeface="Arial" panose="020B0604020202020204" pitchFamily="34" charset="0"/>
              <a:buChar char="•"/>
            </a:pPr>
            <a:r>
              <a:rPr lang="en-US" dirty="0">
                <a:solidFill>
                  <a:schemeClr val="accent1">
                    <a:lumMod val="50000"/>
                  </a:schemeClr>
                </a:solidFill>
                <a:latin typeface="Rockwell" panose="02060603020205020403" pitchFamily="18" charset="0"/>
              </a:rPr>
              <a:t>The datasets are clean, as there is no </a:t>
            </a:r>
            <a:r>
              <a:rPr lang="en-US" b="1" dirty="0">
                <a:solidFill>
                  <a:schemeClr val="accent1">
                    <a:lumMod val="50000"/>
                  </a:schemeClr>
                </a:solidFill>
                <a:latin typeface="Rockwell" panose="02060603020205020403" pitchFamily="18" charset="0"/>
              </a:rPr>
              <a:t>NULL VALUE</a:t>
            </a:r>
            <a:r>
              <a:rPr lang="en-US" dirty="0">
                <a:solidFill>
                  <a:schemeClr val="accent1">
                    <a:lumMod val="50000"/>
                  </a:schemeClr>
                </a:solidFill>
                <a:latin typeface="Rockwell" panose="02060603020205020403" pitchFamily="18" charset="0"/>
              </a:rPr>
              <a:t>, but we can find some </a:t>
            </a:r>
            <a:r>
              <a:rPr lang="en-US" b="1" dirty="0">
                <a:solidFill>
                  <a:schemeClr val="accent1">
                    <a:lumMod val="50000"/>
                  </a:schemeClr>
                </a:solidFill>
                <a:latin typeface="Rockwell" panose="02060603020205020403" pitchFamily="18" charset="0"/>
              </a:rPr>
              <a:t>DUPLICATE VALUES </a:t>
            </a:r>
            <a:r>
              <a:rPr lang="en-US" dirty="0">
                <a:solidFill>
                  <a:schemeClr val="accent1">
                    <a:lumMod val="50000"/>
                  </a:schemeClr>
                </a:solidFill>
                <a:latin typeface="Rockwell" panose="02060603020205020403" pitchFamily="18" charset="0"/>
              </a:rPr>
              <a:t>and </a:t>
            </a:r>
            <a:r>
              <a:rPr lang="en-US" b="1" dirty="0">
                <a:solidFill>
                  <a:schemeClr val="accent1">
                    <a:lumMod val="50000"/>
                  </a:schemeClr>
                </a:solidFill>
                <a:latin typeface="Rockwell" panose="02060603020205020403" pitchFamily="18" charset="0"/>
              </a:rPr>
              <a:t>OUTLIERS</a:t>
            </a:r>
            <a:r>
              <a:rPr lang="en-US" dirty="0">
                <a:solidFill>
                  <a:schemeClr val="accent1">
                    <a:lumMod val="50000"/>
                  </a:schemeClr>
                </a:solidFill>
                <a:latin typeface="Rockwell" panose="02060603020205020403" pitchFamily="18" charset="0"/>
              </a:rPr>
              <a:t>.</a:t>
            </a:r>
          </a:p>
          <a:p>
            <a:pPr algn="just"/>
            <a:endParaRPr lang="en-US" dirty="0">
              <a:solidFill>
                <a:schemeClr val="accent1">
                  <a:lumMod val="50000"/>
                </a:schemeClr>
              </a:solidFill>
              <a:latin typeface="Rockwell" panose="02060603020205020403" pitchFamily="18" charset="0"/>
            </a:endParaRPr>
          </a:p>
          <a:p>
            <a:pPr marL="285750" indent="-285750" algn="just">
              <a:buFont typeface="Arial" panose="020B0604020202020204" pitchFamily="34" charset="0"/>
              <a:buChar char="•"/>
            </a:pPr>
            <a:r>
              <a:rPr lang="en-US" i="0" dirty="0">
                <a:solidFill>
                  <a:schemeClr val="accent1">
                    <a:lumMod val="50000"/>
                  </a:schemeClr>
                </a:solidFill>
                <a:effectLst/>
                <a:latin typeface="Rockwell" panose="02060603020205020403" pitchFamily="18" charset="0"/>
              </a:rPr>
              <a:t>We used the univariate and bivariate analysis approach to gain insights </a:t>
            </a:r>
            <a:r>
              <a:rPr lang="en-US" dirty="0">
                <a:solidFill>
                  <a:schemeClr val="accent1">
                    <a:lumMod val="50000"/>
                  </a:schemeClr>
                </a:solidFill>
                <a:latin typeface="Rockwell" panose="02060603020205020403" pitchFamily="18" charset="0"/>
              </a:rPr>
              <a:t>into </a:t>
            </a:r>
            <a:r>
              <a:rPr lang="en-US" i="0" dirty="0">
                <a:solidFill>
                  <a:schemeClr val="accent1">
                    <a:lumMod val="50000"/>
                  </a:schemeClr>
                </a:solidFill>
                <a:effectLst/>
                <a:latin typeface="Rockwell" panose="02060603020205020403" pitchFamily="18" charset="0"/>
              </a:rPr>
              <a:t>individual characteristics of the dat</a:t>
            </a:r>
            <a:r>
              <a:rPr lang="en-US" dirty="0">
                <a:solidFill>
                  <a:schemeClr val="accent1">
                    <a:lumMod val="50000"/>
                  </a:schemeClr>
                </a:solidFill>
                <a:latin typeface="Rockwell" panose="02060603020205020403" pitchFamily="18" charset="0"/>
              </a:rPr>
              <a:t>a and likewise how each feature relates to main goal: predicting the target variable.</a:t>
            </a:r>
            <a:endParaRPr lang="en-IN" dirty="0">
              <a:solidFill>
                <a:schemeClr val="accent1">
                  <a:lumMod val="50000"/>
                </a:schemeClr>
              </a:solidFill>
              <a:latin typeface="Rockwell" panose="02060603020205020403" pitchFamily="18" charset="0"/>
            </a:endParaRPr>
          </a:p>
        </p:txBody>
      </p:sp>
      <p:pic>
        <p:nvPicPr>
          <p:cNvPr id="8" name="Picture 7">
            <a:extLst>
              <a:ext uri="{FF2B5EF4-FFF2-40B4-BE49-F238E27FC236}">
                <a16:creationId xmlns:a16="http://schemas.microsoft.com/office/drawing/2014/main" id="{D8DD254A-092D-DCAC-8B3A-80C6F9401627}"/>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7786254" y="1707959"/>
            <a:ext cx="4323969" cy="4519140"/>
          </a:xfrm>
          <a:prstGeom prst="rect">
            <a:avLst/>
          </a:prstGeom>
        </p:spPr>
      </p:pic>
    </p:spTree>
    <p:extLst>
      <p:ext uri="{BB962C8B-B14F-4D97-AF65-F5344CB8AC3E}">
        <p14:creationId xmlns:p14="http://schemas.microsoft.com/office/powerpoint/2010/main" val="42344076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4E6C047-5885-D0BC-273F-A5DD1EE584B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0207690" y="6227099"/>
            <a:ext cx="1785976" cy="462949"/>
          </a:xfrm>
          <a:prstGeom prst="rect">
            <a:avLst/>
          </a:prstGeom>
        </p:spPr>
      </p:pic>
      <p:sp>
        <p:nvSpPr>
          <p:cNvPr id="6" name="TextBox 5">
            <a:extLst>
              <a:ext uri="{FF2B5EF4-FFF2-40B4-BE49-F238E27FC236}">
                <a16:creationId xmlns:a16="http://schemas.microsoft.com/office/drawing/2014/main" id="{2F5CC15C-9840-3F63-0569-899F3C95BAE8}"/>
              </a:ext>
            </a:extLst>
          </p:cNvPr>
          <p:cNvSpPr txBox="1"/>
          <p:nvPr/>
        </p:nvSpPr>
        <p:spPr>
          <a:xfrm>
            <a:off x="866017" y="491508"/>
            <a:ext cx="10173689"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1" i="0" strike="noStrike" kern="1200" cap="none" spc="0" normalizeH="0" baseline="0" noProof="0" dirty="0">
                <a:ln>
                  <a:noFill/>
                </a:ln>
                <a:solidFill>
                  <a:schemeClr val="accent1">
                    <a:lumMod val="75000"/>
                  </a:schemeClr>
                </a:solidFill>
                <a:effectLst>
                  <a:outerShdw blurRad="38100" dist="38100" dir="2700000" algn="tl">
                    <a:srgbClr val="000000">
                      <a:alpha val="43137"/>
                    </a:srgbClr>
                  </a:outerShdw>
                </a:effectLst>
                <a:uLnTx/>
                <a:uFillTx/>
                <a:latin typeface="Rockwell" panose="02060603020205020403" pitchFamily="18" charset="0"/>
              </a:rPr>
              <a:t>BOOKING STATUS DISTRIBUTION</a:t>
            </a:r>
            <a:endParaRPr kumimoji="0" lang="en-IN" sz="3600" b="1" i="0" strike="noStrike" kern="1200" cap="none" spc="0" normalizeH="0" baseline="0" noProof="0" dirty="0">
              <a:ln>
                <a:noFill/>
              </a:ln>
              <a:solidFill>
                <a:schemeClr val="accent1">
                  <a:lumMod val="75000"/>
                </a:schemeClr>
              </a:solidFill>
              <a:effectLst>
                <a:outerShdw blurRad="38100" dist="38100" dir="2700000" algn="tl">
                  <a:srgbClr val="000000">
                    <a:alpha val="43137"/>
                  </a:srgbClr>
                </a:outerShdw>
              </a:effectLst>
              <a:uLnTx/>
              <a:uFillTx/>
              <a:latin typeface="Rockwell" panose="02060603020205020403" pitchFamily="18" charset="0"/>
            </a:endParaRPr>
          </a:p>
        </p:txBody>
      </p:sp>
      <p:sp>
        <p:nvSpPr>
          <p:cNvPr id="18" name="TextBox 17">
            <a:extLst>
              <a:ext uri="{FF2B5EF4-FFF2-40B4-BE49-F238E27FC236}">
                <a16:creationId xmlns:a16="http://schemas.microsoft.com/office/drawing/2014/main" id="{21DCDED3-E799-D320-DEEB-239B7861F150}"/>
              </a:ext>
            </a:extLst>
          </p:cNvPr>
          <p:cNvSpPr txBox="1"/>
          <p:nvPr/>
        </p:nvSpPr>
        <p:spPr>
          <a:xfrm>
            <a:off x="220997" y="1447003"/>
            <a:ext cx="6983366" cy="4739759"/>
          </a:xfrm>
          <a:prstGeom prst="rect">
            <a:avLst/>
          </a:prstGeom>
          <a:solidFill>
            <a:schemeClr val="tx2">
              <a:lumMod val="20000"/>
              <a:lumOff val="80000"/>
            </a:schemeClr>
          </a:solidFill>
        </p:spPr>
        <p:txBody>
          <a:bodyPr wrap="square" rtlCol="0">
            <a:spAutoFit/>
          </a:bodyPr>
          <a:lstStyle/>
          <a:p>
            <a:pPr marL="285750" indent="-285750">
              <a:buFont typeface="Wingdings" panose="05000000000000000000" pitchFamily="2" charset="2"/>
              <a:buChar char="v"/>
            </a:pPr>
            <a:r>
              <a:rPr lang="en-US" dirty="0"/>
              <a:t>The visualization shows that the number of </a:t>
            </a:r>
            <a:r>
              <a:rPr lang="en-US" b="1" dirty="0" err="1"/>
              <a:t>Not_Canceled</a:t>
            </a:r>
            <a:r>
              <a:rPr lang="en-US" b="1" dirty="0"/>
              <a:t> bookings is significantly higher</a:t>
            </a:r>
            <a:r>
              <a:rPr lang="en-US" dirty="0"/>
              <a:t> than canceled bookings, indicating that most customers successfully complete their reservations. </a:t>
            </a:r>
          </a:p>
          <a:p>
            <a:pPr marL="285750" indent="-285750">
              <a:buFont typeface="Wingdings" panose="05000000000000000000" pitchFamily="2" charset="2"/>
              <a:buChar char="v"/>
            </a:pPr>
            <a:r>
              <a:rPr lang="en-US" dirty="0"/>
              <a:t>Although cancellations are lower compared to successful bookings, the chart still highlights a </a:t>
            </a:r>
            <a:r>
              <a:rPr lang="en-US" b="1" dirty="0"/>
              <a:t>substantial number of cancellations</a:t>
            </a:r>
            <a:r>
              <a:rPr lang="en-US" dirty="0"/>
              <a:t>, which can directly impact hotel revenue and occupancy planning. </a:t>
            </a:r>
          </a:p>
          <a:p>
            <a:pPr marL="285750" indent="-285750">
              <a:buFont typeface="Wingdings" panose="05000000000000000000" pitchFamily="2" charset="2"/>
              <a:buChar char="v"/>
            </a:pPr>
            <a:r>
              <a:rPr lang="en-US" dirty="0"/>
              <a:t>The dataset appears to have a </a:t>
            </a:r>
            <a:r>
              <a:rPr lang="en-US" b="1" dirty="0"/>
              <a:t>moderate class imbalance</a:t>
            </a:r>
            <a:r>
              <a:rPr lang="en-US" dirty="0"/>
              <a:t>, where the “</a:t>
            </a:r>
            <a:r>
              <a:rPr lang="en-US" dirty="0" err="1"/>
              <a:t>Not_Canceled</a:t>
            </a:r>
            <a:r>
              <a:rPr lang="en-US" dirty="0"/>
              <a:t>” category dominates. This insight is important while training machine learning models to avoid biased predictions. </a:t>
            </a:r>
          </a:p>
          <a:p>
            <a:pPr marL="285750" indent="-285750">
              <a:buFont typeface="Wingdings" panose="05000000000000000000" pitchFamily="2" charset="2"/>
              <a:buChar char="v"/>
            </a:pPr>
            <a:r>
              <a:rPr lang="en-US" dirty="0"/>
              <a:t>The booking cancellation trend suggests that analyzing factors such as </a:t>
            </a:r>
            <a:r>
              <a:rPr lang="en-US" b="1" dirty="0"/>
              <a:t>lead time, market segment, repeated guests, and room type</a:t>
            </a:r>
            <a:r>
              <a:rPr lang="en-US" dirty="0"/>
              <a:t> could help identify why customers cancel reservations. </a:t>
            </a:r>
          </a:p>
          <a:p>
            <a:pPr marL="285750" indent="-285750">
              <a:buFont typeface="Wingdings" panose="05000000000000000000" pitchFamily="2" charset="2"/>
              <a:buChar char="v"/>
            </a:pPr>
            <a:r>
              <a:rPr lang="en-US" dirty="0"/>
              <a:t>This distribution analysis provides a strong foundation for building predictive models that can help hotels improve </a:t>
            </a:r>
            <a:r>
              <a:rPr lang="en-US" b="1" dirty="0"/>
              <a:t>revenue management, resource allocation, and customer retention strategies</a:t>
            </a:r>
            <a:r>
              <a:rPr lang="en-US" dirty="0"/>
              <a:t>. </a:t>
            </a:r>
          </a:p>
          <a:p>
            <a:pPr algn="just"/>
            <a:endParaRPr lang="en-IN" sz="1400" dirty="0">
              <a:solidFill>
                <a:schemeClr val="accent1">
                  <a:lumMod val="50000"/>
                </a:schemeClr>
              </a:solidFill>
              <a:latin typeface="Rockwell" panose="02060603020205020403" pitchFamily="18" charset="0"/>
            </a:endParaRPr>
          </a:p>
        </p:txBody>
      </p:sp>
      <p:pic>
        <p:nvPicPr>
          <p:cNvPr id="21" name="Picture 20">
            <a:extLst>
              <a:ext uri="{FF2B5EF4-FFF2-40B4-BE49-F238E27FC236}">
                <a16:creationId xmlns:a16="http://schemas.microsoft.com/office/drawing/2014/main" id="{6D815284-6B67-2723-6DDF-1C165B7D3BA5}"/>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329054" y="1246910"/>
            <a:ext cx="4748129" cy="4862946"/>
          </a:xfrm>
          <a:prstGeom prst="rect">
            <a:avLst/>
          </a:prstGeom>
          <a:effectLst>
            <a:softEdge rad="31750"/>
          </a:effectLst>
        </p:spPr>
      </p:pic>
    </p:spTree>
    <p:extLst>
      <p:ext uri="{BB962C8B-B14F-4D97-AF65-F5344CB8AC3E}">
        <p14:creationId xmlns:p14="http://schemas.microsoft.com/office/powerpoint/2010/main" val="254053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4E6C047-5885-D0BC-273F-A5DD1EE584B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0207690" y="6227099"/>
            <a:ext cx="1785976" cy="462949"/>
          </a:xfrm>
          <a:prstGeom prst="rect">
            <a:avLst/>
          </a:prstGeom>
        </p:spPr>
      </p:pic>
      <p:sp>
        <p:nvSpPr>
          <p:cNvPr id="6" name="TextBox 5">
            <a:extLst>
              <a:ext uri="{FF2B5EF4-FFF2-40B4-BE49-F238E27FC236}">
                <a16:creationId xmlns:a16="http://schemas.microsoft.com/office/drawing/2014/main" id="{1B410834-17EB-356F-945B-F05FF264E036}"/>
              </a:ext>
            </a:extLst>
          </p:cNvPr>
          <p:cNvSpPr txBox="1"/>
          <p:nvPr/>
        </p:nvSpPr>
        <p:spPr>
          <a:xfrm>
            <a:off x="371348" y="344170"/>
            <a:ext cx="10074979" cy="707886"/>
          </a:xfrm>
          <a:prstGeom prst="rect">
            <a:avLst/>
          </a:prstGeom>
          <a:noFill/>
        </p:spPr>
        <p:txBody>
          <a:bodyPr wrap="square" rtlCol="0">
            <a:spAutoFit/>
          </a:bodyPr>
          <a:lstStyle/>
          <a:p>
            <a:r>
              <a:rPr lang="en-US" sz="4000" b="1" dirty="0">
                <a:solidFill>
                  <a:schemeClr val="accent1">
                    <a:lumMod val="75000"/>
                  </a:schemeClr>
                </a:solidFill>
                <a:effectLst>
                  <a:outerShdw blurRad="38100" dist="38100" dir="2700000" algn="tl">
                    <a:srgbClr val="000000">
                      <a:alpha val="43137"/>
                    </a:srgbClr>
                  </a:outerShdw>
                </a:effectLst>
                <a:latin typeface="Rockwell" panose="02060603020205020403" pitchFamily="18" charset="0"/>
              </a:rPr>
              <a:t>LEAD TIME VS BOOKING STATUS</a:t>
            </a:r>
            <a:endParaRPr lang="en-IN" sz="4000" b="1" dirty="0">
              <a:solidFill>
                <a:schemeClr val="accent1">
                  <a:lumMod val="75000"/>
                </a:schemeClr>
              </a:solidFill>
              <a:effectLst>
                <a:outerShdw blurRad="38100" dist="38100" dir="2700000" algn="tl">
                  <a:srgbClr val="000000">
                    <a:alpha val="43137"/>
                  </a:srgbClr>
                </a:outerShdw>
              </a:effectLst>
              <a:latin typeface="Rockwell" panose="02060603020205020403" pitchFamily="18" charset="0"/>
            </a:endParaRPr>
          </a:p>
        </p:txBody>
      </p:sp>
      <p:pic>
        <p:nvPicPr>
          <p:cNvPr id="7" name="Picture 6">
            <a:extLst>
              <a:ext uri="{FF2B5EF4-FFF2-40B4-BE49-F238E27FC236}">
                <a16:creationId xmlns:a16="http://schemas.microsoft.com/office/drawing/2014/main" id="{2BD508E7-355E-6994-9E40-6541CDC9B04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9" y="1559491"/>
            <a:ext cx="5897667" cy="4247317"/>
          </a:xfrm>
          <a:prstGeom prst="rect">
            <a:avLst/>
          </a:prstGeom>
        </p:spPr>
      </p:pic>
      <p:sp>
        <p:nvSpPr>
          <p:cNvPr id="3" name="Rectangle 2">
            <a:extLst>
              <a:ext uri="{FF2B5EF4-FFF2-40B4-BE49-F238E27FC236}">
                <a16:creationId xmlns:a16="http://schemas.microsoft.com/office/drawing/2014/main" id="{2A563F50-E976-BFE9-0FE9-4BA6B4F5F452}"/>
              </a:ext>
            </a:extLst>
          </p:cNvPr>
          <p:cNvSpPr>
            <a:spLocks noChangeArrowheads="1"/>
          </p:cNvSpPr>
          <p:nvPr/>
        </p:nvSpPr>
        <p:spPr bwMode="auto">
          <a:xfrm>
            <a:off x="371348" y="1259176"/>
            <a:ext cx="5405997" cy="4339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000" b="0" i="0" u="none" strike="noStrike" cap="none" normalizeH="0" baseline="0" dirty="0">
                <a:ln>
                  <a:noFill/>
                </a:ln>
                <a:solidFill>
                  <a:schemeClr val="tx1"/>
                </a:solidFill>
                <a:effectLst/>
                <a:latin typeface="Arial" panose="020B0604020202020204" pitchFamily="34" charset="0"/>
              </a:rPr>
              <a:t>The visualization shows that bookings with </a:t>
            </a:r>
            <a:r>
              <a:rPr kumimoji="0" lang="en-US" altLang="en-US" sz="2000" b="1" i="0" u="none" strike="noStrike" cap="none" normalizeH="0" baseline="0" dirty="0">
                <a:ln>
                  <a:noFill/>
                </a:ln>
                <a:solidFill>
                  <a:schemeClr val="tx1"/>
                </a:solidFill>
                <a:effectLst/>
                <a:latin typeface="Arial" panose="020B0604020202020204" pitchFamily="34" charset="0"/>
              </a:rPr>
              <a:t>shorter lead times are less likely to be canceled</a:t>
            </a:r>
            <a:r>
              <a:rPr kumimoji="0" lang="en-US" altLang="en-US" sz="2000" b="0" i="0" u="none" strike="noStrike" cap="none" normalizeH="0" baseline="0" dirty="0">
                <a:ln>
                  <a:noFill/>
                </a:ln>
                <a:solidFill>
                  <a:schemeClr val="tx1"/>
                </a:solidFill>
                <a:effectLst/>
                <a:latin typeface="Arial" panose="020B0604020202020204" pitchFamily="34" charset="0"/>
              </a:rPr>
              <a:t>, while cancellation probability increases as lead time increases. </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000" b="0" i="0" u="none" strike="noStrike" cap="none" normalizeH="0" baseline="0" dirty="0">
                <a:ln>
                  <a:noFill/>
                </a:ln>
                <a:solidFill>
                  <a:schemeClr val="tx1"/>
                </a:solidFill>
                <a:effectLst/>
                <a:latin typeface="Arial" panose="020B0604020202020204" pitchFamily="34" charset="0"/>
              </a:rPr>
              <a:t>Customers who book hotels </a:t>
            </a:r>
            <a:r>
              <a:rPr kumimoji="0" lang="en-US" altLang="en-US" sz="2000" b="1" i="0" u="none" strike="noStrike" cap="none" normalizeH="0" baseline="0" dirty="0">
                <a:ln>
                  <a:noFill/>
                </a:ln>
                <a:solidFill>
                  <a:schemeClr val="tx1"/>
                </a:solidFill>
                <a:effectLst/>
                <a:latin typeface="Arial" panose="020B0604020202020204" pitchFamily="34" charset="0"/>
              </a:rPr>
              <a:t>far in advance tend to cancel more frequently</a:t>
            </a:r>
            <a:r>
              <a:rPr kumimoji="0" lang="en-US" altLang="en-US" sz="2000" b="0" i="0" u="none" strike="noStrike" cap="none" normalizeH="0" baseline="0" dirty="0">
                <a:ln>
                  <a:noFill/>
                </a:ln>
                <a:solidFill>
                  <a:schemeClr val="tx1"/>
                </a:solidFill>
                <a:effectLst/>
                <a:latin typeface="Arial" panose="020B0604020202020204" pitchFamily="34" charset="0"/>
              </a:rPr>
              <a:t>, possibly due to changes in travel plans, pricing, or availability of better options. </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000" b="0" i="0" u="none" strike="noStrike" cap="none" normalizeH="0" baseline="0" dirty="0">
                <a:ln>
                  <a:noFill/>
                </a:ln>
                <a:solidFill>
                  <a:schemeClr val="tx1"/>
                </a:solidFill>
                <a:effectLst/>
                <a:latin typeface="Arial" panose="020B0604020202020204" pitchFamily="34" charset="0"/>
              </a:rPr>
              <a:t>The highest concentration of </a:t>
            </a:r>
            <a:r>
              <a:rPr kumimoji="0" lang="en-US" altLang="en-US" sz="2000" b="1" i="0" u="none" strike="noStrike" cap="none" normalizeH="0" baseline="0" dirty="0" err="1">
                <a:ln>
                  <a:noFill/>
                </a:ln>
                <a:solidFill>
                  <a:schemeClr val="tx1"/>
                </a:solidFill>
                <a:effectLst/>
                <a:latin typeface="Arial" panose="020B0604020202020204" pitchFamily="34" charset="0"/>
              </a:rPr>
              <a:t>Not_Canceled</a:t>
            </a:r>
            <a:r>
              <a:rPr kumimoji="0" lang="en-US" altLang="en-US" sz="2000" b="1" i="0" u="none" strike="noStrike" cap="none" normalizeH="0" baseline="0" dirty="0">
                <a:ln>
                  <a:noFill/>
                </a:ln>
                <a:solidFill>
                  <a:schemeClr val="tx1"/>
                </a:solidFill>
                <a:effectLst/>
                <a:latin typeface="Arial" panose="020B0604020202020204" pitchFamily="34" charset="0"/>
              </a:rPr>
              <a:t> bookings is observed at lower lead times</a:t>
            </a:r>
            <a:r>
              <a:rPr kumimoji="0" lang="en-US" altLang="en-US" sz="2000" b="0" i="0" u="none" strike="noStrike" cap="none" normalizeH="0" baseline="0" dirty="0">
                <a:ln>
                  <a:noFill/>
                </a:ln>
                <a:solidFill>
                  <a:schemeClr val="tx1"/>
                </a:solidFill>
                <a:effectLst/>
                <a:latin typeface="Arial" panose="020B0604020202020204" pitchFamily="34" charset="0"/>
              </a:rPr>
              <a:t>, indicating that last-minute or near-date bookings are generally more reliable. </a:t>
            </a:r>
          </a:p>
        </p:txBody>
      </p:sp>
    </p:spTree>
    <p:extLst>
      <p:ext uri="{BB962C8B-B14F-4D97-AF65-F5344CB8AC3E}">
        <p14:creationId xmlns:p14="http://schemas.microsoft.com/office/powerpoint/2010/main" val="19891853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48DBF74-A66D-FFC6-6923-D81E372F4662}"/>
              </a:ext>
            </a:extLst>
          </p:cNvPr>
          <p:cNvSpPr txBox="1"/>
          <p:nvPr/>
        </p:nvSpPr>
        <p:spPr>
          <a:xfrm>
            <a:off x="1039091" y="221673"/>
            <a:ext cx="9795164" cy="984885"/>
          </a:xfrm>
          <a:prstGeom prst="rect">
            <a:avLst/>
          </a:prstGeom>
          <a:noFill/>
        </p:spPr>
        <p:txBody>
          <a:bodyPr wrap="square" rtlCol="0">
            <a:spAutoFit/>
          </a:bodyPr>
          <a:lstStyle/>
          <a:p>
            <a:pPr algn="ctr"/>
            <a:r>
              <a:rPr lang="en-US" sz="4000" b="1" dirty="0">
                <a:solidFill>
                  <a:schemeClr val="accent1">
                    <a:lumMod val="75000"/>
                  </a:schemeClr>
                </a:solidFill>
                <a:effectLst>
                  <a:outerShdw blurRad="38100" dist="38100" dir="2700000" algn="tl">
                    <a:srgbClr val="000000">
                      <a:alpha val="43137"/>
                    </a:srgbClr>
                  </a:outerShdw>
                </a:effectLst>
                <a:latin typeface="Rockwell" panose="02060603020205020403" pitchFamily="18" charset="0"/>
              </a:rPr>
              <a:t>Average </a:t>
            </a:r>
            <a:r>
              <a:rPr lang="en-US" b="1" dirty="0"/>
              <a:t> </a:t>
            </a:r>
            <a:r>
              <a:rPr lang="en-US" sz="4000" b="1" dirty="0">
                <a:solidFill>
                  <a:schemeClr val="accent1">
                    <a:lumMod val="75000"/>
                  </a:schemeClr>
                </a:solidFill>
                <a:effectLst>
                  <a:outerShdw blurRad="38100" dist="38100" dir="2700000" algn="tl">
                    <a:srgbClr val="000000">
                      <a:alpha val="43137"/>
                    </a:srgbClr>
                  </a:outerShdw>
                </a:effectLst>
                <a:latin typeface="Rockwell" panose="02060603020205020403" pitchFamily="18" charset="0"/>
              </a:rPr>
              <a:t>Room </a:t>
            </a:r>
            <a:r>
              <a:rPr lang="en-US" b="1" dirty="0"/>
              <a:t> </a:t>
            </a:r>
            <a:r>
              <a:rPr lang="en-US" sz="4000" b="1" dirty="0">
                <a:solidFill>
                  <a:schemeClr val="accent1">
                    <a:lumMod val="75000"/>
                  </a:schemeClr>
                </a:solidFill>
                <a:effectLst>
                  <a:outerShdw blurRad="38100" dist="38100" dir="2700000" algn="tl">
                    <a:srgbClr val="000000">
                      <a:alpha val="43137"/>
                    </a:srgbClr>
                  </a:outerShdw>
                </a:effectLst>
                <a:latin typeface="Rockwell" panose="02060603020205020403" pitchFamily="18" charset="0"/>
              </a:rPr>
              <a:t>Price vs Cancellation</a:t>
            </a:r>
          </a:p>
          <a:p>
            <a:endParaRPr lang="en-IN" dirty="0"/>
          </a:p>
        </p:txBody>
      </p:sp>
      <p:pic>
        <p:nvPicPr>
          <p:cNvPr id="6" name="Picture 5">
            <a:extLst>
              <a:ext uri="{FF2B5EF4-FFF2-40B4-BE49-F238E27FC236}">
                <a16:creationId xmlns:a16="http://schemas.microsoft.com/office/drawing/2014/main" id="{46FE60DF-D539-5913-319E-968949888B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33857" y="1124643"/>
            <a:ext cx="4294908" cy="5290012"/>
          </a:xfrm>
          <a:prstGeom prst="rect">
            <a:avLst/>
          </a:prstGeom>
        </p:spPr>
      </p:pic>
      <p:sp>
        <p:nvSpPr>
          <p:cNvPr id="8" name="Rectangle 1">
            <a:extLst>
              <a:ext uri="{FF2B5EF4-FFF2-40B4-BE49-F238E27FC236}">
                <a16:creationId xmlns:a16="http://schemas.microsoft.com/office/drawing/2014/main" id="{6C4B96AF-07DC-37E0-F2B0-65C77DC2D1B5}"/>
              </a:ext>
            </a:extLst>
          </p:cNvPr>
          <p:cNvSpPr>
            <a:spLocks noChangeArrowheads="1"/>
          </p:cNvSpPr>
          <p:nvPr/>
        </p:nvSpPr>
        <p:spPr bwMode="auto">
          <a:xfrm>
            <a:off x="263235" y="1507492"/>
            <a:ext cx="6594765" cy="4524315"/>
          </a:xfrm>
          <a:prstGeom prst="rect">
            <a:avLst/>
          </a:prstGeom>
          <a:solidFill>
            <a:schemeClr val="bg2"/>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285750" marR="0" lvl="0" indent="-285750" algn="just" fontAlgn="base">
              <a:lnSpc>
                <a:spcPct val="100000"/>
              </a:lnSpc>
              <a:spcBef>
                <a:spcPct val="0"/>
              </a:spcBef>
              <a:spcAft>
                <a:spcPct val="0"/>
              </a:spcAft>
              <a:buClrTx/>
              <a:buSzTx/>
              <a:buFont typeface="Wingdings" panose="05000000000000000000" pitchFamily="2" charset="2"/>
              <a:buChar char="v"/>
              <a:tabLst/>
            </a:pPr>
            <a:r>
              <a:rPr lang="en-US" altLang="en-US" sz="2000" b="1" dirty="0">
                <a:solidFill>
                  <a:schemeClr val="accent1">
                    <a:lumMod val="50000"/>
                  </a:schemeClr>
                </a:solidFill>
                <a:latin typeface="Rockwell" panose="02060603020205020403" pitchFamily="18" charset="0"/>
              </a:rPr>
              <a:t>The boxplot shows that the average room price for canceled bookings is generally higher compared to non-canceled bookings, indicating that expensive bookings have a greater chance of cancellation. </a:t>
            </a:r>
          </a:p>
          <a:p>
            <a:pPr marL="285750" marR="0" lvl="0" indent="-285750" algn="just" fontAlgn="base">
              <a:lnSpc>
                <a:spcPct val="100000"/>
              </a:lnSpc>
              <a:spcBef>
                <a:spcPct val="0"/>
              </a:spcBef>
              <a:spcAft>
                <a:spcPct val="0"/>
              </a:spcAft>
              <a:buClrTx/>
              <a:buSzTx/>
              <a:buFont typeface="Wingdings" panose="05000000000000000000" pitchFamily="2" charset="2"/>
              <a:buChar char="v"/>
              <a:tabLst/>
            </a:pPr>
            <a:r>
              <a:rPr lang="en-US" altLang="en-US" sz="2000" b="1" dirty="0">
                <a:solidFill>
                  <a:schemeClr val="accent1">
                    <a:lumMod val="50000"/>
                  </a:schemeClr>
                </a:solidFill>
                <a:latin typeface="Rockwell" panose="02060603020205020403" pitchFamily="18" charset="0"/>
              </a:rPr>
              <a:t>Customers paying higher room prices may be more likely to cancel due to price sensitivity, availability of alternative options, or changes in travel plans. </a:t>
            </a:r>
          </a:p>
          <a:p>
            <a:pPr marL="285750" marR="0" lvl="0" indent="-285750" algn="just" fontAlgn="base">
              <a:lnSpc>
                <a:spcPct val="100000"/>
              </a:lnSpc>
              <a:spcBef>
                <a:spcPct val="0"/>
              </a:spcBef>
              <a:spcAft>
                <a:spcPct val="0"/>
              </a:spcAft>
              <a:buClrTx/>
              <a:buSzTx/>
              <a:buFont typeface="Wingdings" panose="05000000000000000000" pitchFamily="2" charset="2"/>
              <a:buChar char="v"/>
              <a:tabLst/>
            </a:pPr>
            <a:r>
              <a:rPr lang="en-US" altLang="en-US" sz="2000" b="1" dirty="0">
                <a:solidFill>
                  <a:schemeClr val="accent1">
                    <a:lumMod val="50000"/>
                  </a:schemeClr>
                </a:solidFill>
                <a:latin typeface="Rockwell" panose="02060603020205020403" pitchFamily="18" charset="0"/>
              </a:rPr>
              <a:t>The presence of several outliers in both booking categories indicates that some bookings have extremely high room prices, which can significantly influence cancellation behavior. </a:t>
            </a:r>
          </a:p>
        </p:txBody>
      </p:sp>
    </p:spTree>
    <p:extLst>
      <p:ext uri="{BB962C8B-B14F-4D97-AF65-F5344CB8AC3E}">
        <p14:creationId xmlns:p14="http://schemas.microsoft.com/office/powerpoint/2010/main" val="13240555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ECC07320-C2CA-4E29-8481-9D9E143C77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178FB36B-5BFE-42CA-BC60-1115E0D95E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a:extLst>
              <a:ext uri="{FF2B5EF4-FFF2-40B4-BE49-F238E27FC236}">
                <a16:creationId xmlns:a16="http://schemas.microsoft.com/office/drawing/2014/main" id="{D4E6C047-5885-D0BC-273F-A5DD1EE584B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0207690" y="6227099"/>
            <a:ext cx="1785976" cy="462949"/>
          </a:xfrm>
          <a:prstGeom prst="rect">
            <a:avLst/>
          </a:prstGeom>
        </p:spPr>
      </p:pic>
      <p:sp>
        <p:nvSpPr>
          <p:cNvPr id="9" name="TextBox 8">
            <a:extLst>
              <a:ext uri="{FF2B5EF4-FFF2-40B4-BE49-F238E27FC236}">
                <a16:creationId xmlns:a16="http://schemas.microsoft.com/office/drawing/2014/main" id="{F77E559D-25DD-7691-812B-7E0FDA457E98}"/>
              </a:ext>
            </a:extLst>
          </p:cNvPr>
          <p:cNvSpPr txBox="1"/>
          <p:nvPr/>
        </p:nvSpPr>
        <p:spPr>
          <a:xfrm>
            <a:off x="198332" y="1164816"/>
            <a:ext cx="7579504" cy="5570756"/>
          </a:xfrm>
          <a:prstGeom prst="rect">
            <a:avLst/>
          </a:prstGeom>
          <a:solidFill>
            <a:schemeClr val="tx2">
              <a:lumMod val="20000"/>
              <a:lumOff val="80000"/>
            </a:schemeClr>
          </a:solidFill>
        </p:spPr>
        <p:txBody>
          <a:bodyPr wrap="square" rtlCol="0">
            <a:spAutoFit/>
          </a:bodyPr>
          <a:lstStyle/>
          <a:p>
            <a:pPr marL="285750" indent="-285750" algn="just">
              <a:buFont typeface="Wingdings" panose="05000000000000000000" pitchFamily="2" charset="2"/>
              <a:buChar char="v"/>
            </a:pPr>
            <a:r>
              <a:rPr lang="en-US" b="1" i="0" dirty="0">
                <a:solidFill>
                  <a:schemeClr val="accent1">
                    <a:lumMod val="50000"/>
                  </a:schemeClr>
                </a:solidFill>
                <a:effectLst/>
                <a:latin typeface="Rockwell" panose="02060603020205020403" pitchFamily="18" charset="0"/>
              </a:rPr>
              <a:t>Irrelevant Feature Removal:</a:t>
            </a:r>
            <a:r>
              <a:rPr lang="en-US" i="0" dirty="0">
                <a:solidFill>
                  <a:schemeClr val="accent1">
                    <a:lumMod val="50000"/>
                  </a:schemeClr>
                </a:solidFill>
                <a:effectLst/>
                <a:latin typeface="Rockwell" panose="02060603020205020403" pitchFamily="18" charset="0"/>
              </a:rPr>
              <a:t> All features in the dataset appear to be relevant based on </a:t>
            </a:r>
            <a:r>
              <a:rPr lang="en-US" b="1" i="0" dirty="0">
                <a:solidFill>
                  <a:schemeClr val="accent1">
                    <a:lumMod val="50000"/>
                  </a:schemeClr>
                </a:solidFill>
                <a:effectLst/>
                <a:latin typeface="Rockwell" panose="02060603020205020403" pitchFamily="18" charset="0"/>
              </a:rPr>
              <a:t>EDA</a:t>
            </a:r>
            <a:r>
              <a:rPr lang="en-US" b="1" dirty="0">
                <a:solidFill>
                  <a:schemeClr val="accent1">
                    <a:lumMod val="50000"/>
                  </a:schemeClr>
                </a:solidFill>
                <a:latin typeface="Rockwell" panose="02060603020205020403" pitchFamily="18" charset="0"/>
              </a:rPr>
              <a:t>. </a:t>
            </a:r>
            <a:r>
              <a:rPr lang="en-US" dirty="0">
                <a:solidFill>
                  <a:schemeClr val="accent1">
                    <a:lumMod val="50000"/>
                  </a:schemeClr>
                </a:solidFill>
                <a:latin typeface="Rockwell" panose="02060603020205020403" pitchFamily="18" charset="0"/>
              </a:rPr>
              <a:t>We will retain all the columns, ensuring no valuable information is lost, especially given the dataset’s small size.</a:t>
            </a:r>
            <a:endParaRPr lang="en-US" b="1" i="0" dirty="0">
              <a:solidFill>
                <a:schemeClr val="accent1">
                  <a:lumMod val="50000"/>
                </a:schemeClr>
              </a:solidFill>
              <a:effectLst/>
              <a:latin typeface="Rockwell" panose="02060603020205020403" pitchFamily="18" charset="0"/>
            </a:endParaRPr>
          </a:p>
          <a:p>
            <a:pPr marL="285750" indent="-285750" algn="just">
              <a:buFont typeface="Wingdings" panose="05000000000000000000" pitchFamily="2" charset="2"/>
              <a:buChar char="v"/>
            </a:pPr>
            <a:endParaRPr lang="en-US" dirty="0">
              <a:solidFill>
                <a:schemeClr val="accent1">
                  <a:lumMod val="50000"/>
                </a:schemeClr>
              </a:solidFill>
              <a:latin typeface="Rockwell" panose="02060603020205020403" pitchFamily="18" charset="0"/>
            </a:endParaRPr>
          </a:p>
          <a:p>
            <a:pPr marL="285750" indent="-285750" algn="just">
              <a:buFont typeface="Wingdings" panose="05000000000000000000" pitchFamily="2" charset="2"/>
              <a:buChar char="v"/>
            </a:pPr>
            <a:r>
              <a:rPr lang="en-US" b="1" dirty="0">
                <a:solidFill>
                  <a:schemeClr val="accent1">
                    <a:lumMod val="50000"/>
                  </a:schemeClr>
                </a:solidFill>
                <a:latin typeface="Rockwell" panose="02060603020205020403" pitchFamily="18" charset="0"/>
              </a:rPr>
              <a:t>Missing Value Treatment:</a:t>
            </a:r>
            <a:r>
              <a:rPr lang="en-US" dirty="0">
                <a:solidFill>
                  <a:schemeClr val="accent1">
                    <a:lumMod val="50000"/>
                  </a:schemeClr>
                </a:solidFill>
                <a:latin typeface="Rockwell" panose="02060603020205020403" pitchFamily="18" charset="0"/>
              </a:rPr>
              <a:t> </a:t>
            </a:r>
            <a:r>
              <a:rPr lang="en-US" b="1" dirty="0">
                <a:solidFill>
                  <a:schemeClr val="accent1">
                    <a:lumMod val="50000"/>
                  </a:schemeClr>
                </a:solidFill>
                <a:latin typeface="Rockwell" panose="02060603020205020403" pitchFamily="18" charset="0"/>
              </a:rPr>
              <a:t>No missing value </a:t>
            </a:r>
            <a:r>
              <a:rPr lang="en-US" dirty="0">
                <a:solidFill>
                  <a:schemeClr val="accent1">
                    <a:lumMod val="50000"/>
                  </a:schemeClr>
                </a:solidFill>
                <a:latin typeface="Rockwell" panose="02060603020205020403" pitchFamily="18" charset="0"/>
              </a:rPr>
              <a:t>found in the dataset.</a:t>
            </a:r>
          </a:p>
          <a:p>
            <a:pPr marL="285750" indent="-285750" algn="just">
              <a:buFont typeface="Wingdings" panose="05000000000000000000" pitchFamily="2" charset="2"/>
              <a:buChar char="v"/>
            </a:pPr>
            <a:endParaRPr lang="en-US" dirty="0">
              <a:solidFill>
                <a:schemeClr val="accent1">
                  <a:lumMod val="50000"/>
                </a:schemeClr>
              </a:solidFill>
              <a:latin typeface="Rockwell" panose="02060603020205020403" pitchFamily="18" charset="0"/>
            </a:endParaRPr>
          </a:p>
          <a:p>
            <a:pPr marL="285750" indent="-285750" algn="just">
              <a:buFont typeface="Wingdings" panose="05000000000000000000" pitchFamily="2" charset="2"/>
              <a:buChar char="v"/>
            </a:pPr>
            <a:r>
              <a:rPr lang="en-US" b="1" dirty="0">
                <a:solidFill>
                  <a:schemeClr val="accent1">
                    <a:lumMod val="50000"/>
                  </a:schemeClr>
                </a:solidFill>
                <a:latin typeface="Rockwell" panose="02060603020205020403" pitchFamily="18" charset="0"/>
              </a:rPr>
              <a:t>Outliers Treatment: </a:t>
            </a:r>
            <a:r>
              <a:rPr lang="en-US" dirty="0">
                <a:solidFill>
                  <a:schemeClr val="accent1">
                    <a:lumMod val="50000"/>
                  </a:schemeClr>
                </a:solidFill>
                <a:latin typeface="Rockwell" panose="02060603020205020403" pitchFamily="18" charset="0"/>
              </a:rPr>
              <a:t>Checked outliers using the </a:t>
            </a:r>
            <a:r>
              <a:rPr lang="en-US" b="1" dirty="0">
                <a:solidFill>
                  <a:schemeClr val="accent1">
                    <a:lumMod val="50000"/>
                  </a:schemeClr>
                </a:solidFill>
                <a:latin typeface="Rockwell" panose="02060603020205020403" pitchFamily="18" charset="0"/>
              </a:rPr>
              <a:t>IQR </a:t>
            </a:r>
            <a:r>
              <a:rPr lang="en-US" dirty="0">
                <a:solidFill>
                  <a:schemeClr val="accent1">
                    <a:lumMod val="50000"/>
                  </a:schemeClr>
                </a:solidFill>
                <a:latin typeface="Rockwell" panose="02060603020205020403" pitchFamily="18" charset="0"/>
              </a:rPr>
              <a:t>method for the continuous features, and upon identifying outliers, the nature of the algorithm, and given a small dataset size, direct removal of outliers might not be the best approach. Instead, we will apply the </a:t>
            </a:r>
            <a:r>
              <a:rPr lang="en-US" b="1" dirty="0">
                <a:solidFill>
                  <a:schemeClr val="accent1">
                    <a:lumMod val="50000"/>
                  </a:schemeClr>
                </a:solidFill>
                <a:latin typeface="Rockwell" panose="02060603020205020403" pitchFamily="18" charset="0"/>
              </a:rPr>
              <a:t>Box-Cox</a:t>
            </a:r>
            <a:r>
              <a:rPr lang="en-US" dirty="0">
                <a:solidFill>
                  <a:schemeClr val="accent1">
                    <a:lumMod val="50000"/>
                  </a:schemeClr>
                </a:solidFill>
                <a:latin typeface="Rockwell" panose="02060603020205020403" pitchFamily="18" charset="0"/>
              </a:rPr>
              <a:t> transformation to stabilize variance and make the data more normally distributed.</a:t>
            </a:r>
          </a:p>
          <a:p>
            <a:pPr marL="285750" indent="-285750" algn="just">
              <a:buFont typeface="Wingdings" panose="05000000000000000000" pitchFamily="2" charset="2"/>
              <a:buChar char="v"/>
            </a:pPr>
            <a:endParaRPr lang="en-US" b="1" dirty="0">
              <a:solidFill>
                <a:schemeClr val="accent1">
                  <a:lumMod val="50000"/>
                </a:schemeClr>
              </a:solidFill>
              <a:latin typeface="Rockwell" panose="02060603020205020403" pitchFamily="18" charset="0"/>
            </a:endParaRPr>
          </a:p>
          <a:p>
            <a:pPr marL="285750" indent="-285750" algn="just">
              <a:buFont typeface="Wingdings" panose="05000000000000000000" pitchFamily="2" charset="2"/>
              <a:buChar char="v"/>
            </a:pPr>
            <a:r>
              <a:rPr lang="en-US" b="1" dirty="0">
                <a:solidFill>
                  <a:schemeClr val="accent1">
                    <a:lumMod val="50000"/>
                  </a:schemeClr>
                </a:solidFill>
                <a:latin typeface="Rockwell" panose="02060603020205020403" pitchFamily="18" charset="0"/>
              </a:rPr>
              <a:t>Feature Scaling:</a:t>
            </a:r>
            <a:r>
              <a:rPr lang="en-US" dirty="0">
                <a:solidFill>
                  <a:schemeClr val="accent1">
                    <a:lumMod val="50000"/>
                  </a:schemeClr>
                </a:solidFill>
                <a:latin typeface="Rockwell" panose="02060603020205020403" pitchFamily="18" charset="0"/>
              </a:rPr>
              <a:t> is imp. for the algorithms that are </a:t>
            </a:r>
            <a:r>
              <a:rPr lang="en-US" b="1" dirty="0">
                <a:solidFill>
                  <a:schemeClr val="accent1">
                    <a:lumMod val="50000"/>
                  </a:schemeClr>
                </a:solidFill>
                <a:latin typeface="Rockwell" panose="02060603020205020403" pitchFamily="18" charset="0"/>
              </a:rPr>
              <a:t>sensitive to the magnitude and scale of features</a:t>
            </a:r>
            <a:r>
              <a:rPr lang="en-US" dirty="0">
                <a:solidFill>
                  <a:schemeClr val="accent1">
                    <a:lumMod val="50000"/>
                  </a:schemeClr>
                </a:solidFill>
                <a:latin typeface="Rockwell" panose="02060603020205020403" pitchFamily="18" charset="0"/>
              </a:rPr>
              <a:t>, but not all algorithms require scaling, like Decision Trees are scale-invariant, and given our intent to use a mix-model, we’ve chosen to </a:t>
            </a:r>
            <a:r>
              <a:rPr lang="en-US" b="1" dirty="0">
                <a:solidFill>
                  <a:schemeClr val="accent1">
                    <a:lumMod val="50000"/>
                  </a:schemeClr>
                </a:solidFill>
                <a:latin typeface="Rockwell" panose="02060603020205020403" pitchFamily="18" charset="0"/>
              </a:rPr>
              <a:t>handle scaling.</a:t>
            </a:r>
          </a:p>
          <a:p>
            <a:pPr algn="just"/>
            <a:endParaRPr lang="en-US" sz="1600" b="1" dirty="0">
              <a:latin typeface="Rockwell" panose="02060603020205020403" pitchFamily="18" charset="0"/>
            </a:endParaRPr>
          </a:p>
          <a:p>
            <a:pPr algn="just"/>
            <a:r>
              <a:rPr lang="en-US" sz="1600" dirty="0">
                <a:latin typeface="Rockwell" panose="02060603020205020403" pitchFamily="18" charset="0"/>
              </a:rPr>
              <a:t>   </a:t>
            </a:r>
          </a:p>
        </p:txBody>
      </p:sp>
      <p:sp>
        <p:nvSpPr>
          <p:cNvPr id="11" name="TextBox 10">
            <a:extLst>
              <a:ext uri="{FF2B5EF4-FFF2-40B4-BE49-F238E27FC236}">
                <a16:creationId xmlns:a16="http://schemas.microsoft.com/office/drawing/2014/main" id="{649B6FBC-6B00-19F8-CB15-00471022FEAB}"/>
              </a:ext>
            </a:extLst>
          </p:cNvPr>
          <p:cNvSpPr txBox="1"/>
          <p:nvPr/>
        </p:nvSpPr>
        <p:spPr>
          <a:xfrm>
            <a:off x="360423" y="257501"/>
            <a:ext cx="6045181" cy="769441"/>
          </a:xfrm>
          <a:prstGeom prst="rect">
            <a:avLst/>
          </a:prstGeom>
          <a:noFill/>
        </p:spPr>
        <p:txBody>
          <a:bodyPr wrap="square" rtlCol="0">
            <a:spAutoFit/>
          </a:bodyPr>
          <a:lstStyle/>
          <a:p>
            <a:r>
              <a:rPr lang="en-US" sz="4400" b="1" dirty="0">
                <a:solidFill>
                  <a:schemeClr val="accent1">
                    <a:lumMod val="75000"/>
                  </a:schemeClr>
                </a:solidFill>
                <a:effectLst>
                  <a:outerShdw blurRad="38100" dist="38100" dir="2700000" algn="tl">
                    <a:srgbClr val="000000">
                      <a:alpha val="43137"/>
                    </a:srgbClr>
                  </a:outerShdw>
                </a:effectLst>
                <a:latin typeface="Rockwell" panose="02060603020205020403" pitchFamily="18" charset="0"/>
              </a:rPr>
              <a:t>PREPROCESSSING</a:t>
            </a:r>
            <a:endParaRPr lang="en-IN" sz="4400" b="1" dirty="0">
              <a:solidFill>
                <a:schemeClr val="accent1">
                  <a:lumMod val="75000"/>
                </a:schemeClr>
              </a:solidFill>
              <a:effectLst>
                <a:outerShdw blurRad="38100" dist="38100" dir="2700000" algn="tl">
                  <a:srgbClr val="000000">
                    <a:alpha val="43137"/>
                  </a:srgbClr>
                </a:outerShdw>
              </a:effectLst>
              <a:latin typeface="Rockwell" panose="02060603020205020403" pitchFamily="18" charset="0"/>
            </a:endParaRPr>
          </a:p>
        </p:txBody>
      </p:sp>
      <p:pic>
        <p:nvPicPr>
          <p:cNvPr id="22" name="Picture 21" descr="A hand pointing at a group of people&#10;&#10;Description automatically generated">
            <a:extLst>
              <a:ext uri="{FF2B5EF4-FFF2-40B4-BE49-F238E27FC236}">
                <a16:creationId xmlns:a16="http://schemas.microsoft.com/office/drawing/2014/main" id="{40A84B47-4A6A-0687-0FCB-DD218228D6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73121" y="1026942"/>
            <a:ext cx="4215829" cy="5067894"/>
          </a:xfrm>
          <a:prstGeom prst="rect">
            <a:avLst/>
          </a:prstGeom>
        </p:spPr>
      </p:pic>
    </p:spTree>
    <p:extLst>
      <p:ext uri="{BB962C8B-B14F-4D97-AF65-F5344CB8AC3E}">
        <p14:creationId xmlns:p14="http://schemas.microsoft.com/office/powerpoint/2010/main" val="6946641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4E6C047-5885-D0BC-273F-A5DD1EE584B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0207690" y="6227099"/>
            <a:ext cx="1785976" cy="462949"/>
          </a:xfrm>
          <a:prstGeom prst="rect">
            <a:avLst/>
          </a:prstGeom>
        </p:spPr>
      </p:pic>
      <p:sp>
        <p:nvSpPr>
          <p:cNvPr id="3" name="TextBox 2">
            <a:extLst>
              <a:ext uri="{FF2B5EF4-FFF2-40B4-BE49-F238E27FC236}">
                <a16:creationId xmlns:a16="http://schemas.microsoft.com/office/drawing/2014/main" id="{1CEA2B29-CB5C-DC70-5A77-16871489F668}"/>
              </a:ext>
            </a:extLst>
          </p:cNvPr>
          <p:cNvSpPr txBox="1"/>
          <p:nvPr/>
        </p:nvSpPr>
        <p:spPr>
          <a:xfrm>
            <a:off x="472363" y="569924"/>
            <a:ext cx="4646645" cy="584775"/>
          </a:xfrm>
          <a:prstGeom prst="rect">
            <a:avLst/>
          </a:prstGeom>
          <a:noFill/>
        </p:spPr>
        <p:txBody>
          <a:bodyPr wrap="square" rtlCol="0">
            <a:spAutoFit/>
          </a:bodyPr>
          <a:lstStyle/>
          <a:p>
            <a:r>
              <a:rPr lang="en-US" sz="3200" b="1" dirty="0">
                <a:solidFill>
                  <a:schemeClr val="accent1">
                    <a:lumMod val="75000"/>
                  </a:schemeClr>
                </a:solidFill>
                <a:effectLst>
                  <a:outerShdw blurRad="38100" dist="38100" dir="2700000" algn="tl">
                    <a:srgbClr val="000000">
                      <a:alpha val="43137"/>
                    </a:srgbClr>
                  </a:outerShdw>
                </a:effectLst>
                <a:latin typeface="Rockwell" panose="02060603020205020403" pitchFamily="18" charset="0"/>
              </a:rPr>
              <a:t>TRAIN TEST SPLIT</a:t>
            </a:r>
            <a:endParaRPr lang="en-IN" sz="3200" b="1" dirty="0">
              <a:solidFill>
                <a:schemeClr val="accent1">
                  <a:lumMod val="75000"/>
                </a:schemeClr>
              </a:solidFill>
              <a:effectLst>
                <a:outerShdw blurRad="38100" dist="38100" dir="2700000" algn="tl">
                  <a:srgbClr val="000000">
                    <a:alpha val="43137"/>
                  </a:srgbClr>
                </a:outerShdw>
              </a:effectLst>
              <a:latin typeface="Rockwell" panose="02060603020205020403" pitchFamily="18" charset="0"/>
            </a:endParaRPr>
          </a:p>
        </p:txBody>
      </p:sp>
      <p:sp>
        <p:nvSpPr>
          <p:cNvPr id="6" name="TextBox 5">
            <a:extLst>
              <a:ext uri="{FF2B5EF4-FFF2-40B4-BE49-F238E27FC236}">
                <a16:creationId xmlns:a16="http://schemas.microsoft.com/office/drawing/2014/main" id="{4E00191F-63B8-A092-89E4-D4238B119007}"/>
              </a:ext>
            </a:extLst>
          </p:cNvPr>
          <p:cNvSpPr txBox="1"/>
          <p:nvPr/>
        </p:nvSpPr>
        <p:spPr>
          <a:xfrm>
            <a:off x="385470" y="1402908"/>
            <a:ext cx="6497023" cy="1477328"/>
          </a:xfrm>
          <a:prstGeom prst="rect">
            <a:avLst/>
          </a:prstGeom>
          <a:solidFill>
            <a:schemeClr val="tx2">
              <a:lumMod val="20000"/>
              <a:lumOff val="80000"/>
            </a:schemeClr>
          </a:solidFill>
        </p:spPr>
        <p:txBody>
          <a:bodyPr wrap="square" rtlCol="0">
            <a:spAutoFit/>
          </a:bodyPr>
          <a:lstStyle/>
          <a:p>
            <a:pPr marL="285750" indent="-285750">
              <a:buFont typeface="Arial" panose="020B0604020202020204" pitchFamily="34" charset="0"/>
              <a:buChar char="•"/>
            </a:pPr>
            <a:r>
              <a:rPr lang="en-US" b="0" i="0" dirty="0">
                <a:solidFill>
                  <a:schemeClr val="accent1">
                    <a:lumMod val="50000"/>
                  </a:schemeClr>
                </a:solidFill>
                <a:effectLst/>
                <a:latin typeface="Rockwell" panose="02060603020205020403" pitchFamily="18" charset="0"/>
              </a:rPr>
              <a:t>We divided the data into training (</a:t>
            </a:r>
            <a:r>
              <a:rPr lang="en-US" b="1" i="0" dirty="0">
                <a:solidFill>
                  <a:schemeClr val="accent1">
                    <a:lumMod val="50000"/>
                  </a:schemeClr>
                </a:solidFill>
                <a:effectLst/>
                <a:latin typeface="Rockwell" panose="02060603020205020403" pitchFamily="18" charset="0"/>
              </a:rPr>
              <a:t>80%)</a:t>
            </a:r>
            <a:r>
              <a:rPr lang="en-US" b="0" i="0" dirty="0">
                <a:solidFill>
                  <a:schemeClr val="accent1">
                    <a:lumMod val="50000"/>
                  </a:schemeClr>
                </a:solidFill>
                <a:effectLst/>
                <a:latin typeface="Rockwell" panose="02060603020205020403" pitchFamily="18" charset="0"/>
              </a:rPr>
              <a:t> and testing (</a:t>
            </a:r>
            <a:r>
              <a:rPr lang="en-US" b="1" i="0" dirty="0">
                <a:solidFill>
                  <a:schemeClr val="accent1">
                    <a:lumMod val="50000"/>
                  </a:schemeClr>
                </a:solidFill>
                <a:effectLst/>
                <a:latin typeface="Rockwell" panose="02060603020205020403" pitchFamily="18" charset="0"/>
              </a:rPr>
              <a:t>20%)</a:t>
            </a:r>
            <a:r>
              <a:rPr lang="en-US" b="0" i="0" dirty="0">
                <a:solidFill>
                  <a:schemeClr val="accent1">
                    <a:lumMod val="50000"/>
                  </a:schemeClr>
                </a:solidFill>
                <a:effectLst/>
                <a:latin typeface="Rockwell" panose="02060603020205020403" pitchFamily="18" charset="0"/>
              </a:rPr>
              <a:t> sets.</a:t>
            </a:r>
          </a:p>
          <a:p>
            <a:pPr marL="285750" indent="-285750">
              <a:buFont typeface="Arial" panose="020B0604020202020204" pitchFamily="34" charset="0"/>
              <a:buChar char="•"/>
            </a:pPr>
            <a:r>
              <a:rPr lang="en-US" b="0" i="0" dirty="0">
                <a:solidFill>
                  <a:schemeClr val="accent1">
                    <a:lumMod val="50000"/>
                  </a:schemeClr>
                </a:solidFill>
                <a:effectLst/>
                <a:latin typeface="Rockwell" panose="02060603020205020403" pitchFamily="18" charset="0"/>
              </a:rPr>
              <a:t>Setting a random state ensures </a:t>
            </a:r>
            <a:r>
              <a:rPr lang="en-US" b="1" i="0" dirty="0">
                <a:solidFill>
                  <a:schemeClr val="accent1">
                    <a:lumMod val="50000"/>
                  </a:schemeClr>
                </a:solidFill>
                <a:effectLst/>
                <a:latin typeface="Rockwell" panose="02060603020205020403" pitchFamily="18" charset="0"/>
              </a:rPr>
              <a:t>consistent</a:t>
            </a:r>
            <a:r>
              <a:rPr lang="en-US" b="0" i="0" dirty="0">
                <a:solidFill>
                  <a:schemeClr val="accent1">
                    <a:lumMod val="50000"/>
                  </a:schemeClr>
                </a:solidFill>
                <a:effectLst/>
                <a:latin typeface="Rockwell" panose="02060603020205020403" pitchFamily="18" charset="0"/>
              </a:rPr>
              <a:t> </a:t>
            </a:r>
            <a:r>
              <a:rPr lang="en-US" b="1" i="0" dirty="0">
                <a:solidFill>
                  <a:schemeClr val="accent1">
                    <a:lumMod val="50000"/>
                  </a:schemeClr>
                </a:solidFill>
                <a:effectLst/>
                <a:latin typeface="Rockwell" panose="02060603020205020403" pitchFamily="18" charset="0"/>
              </a:rPr>
              <a:t>results and</a:t>
            </a:r>
            <a:r>
              <a:rPr lang="en-US" b="0" i="0" dirty="0">
                <a:solidFill>
                  <a:schemeClr val="accent1">
                    <a:lumMod val="50000"/>
                  </a:schemeClr>
                </a:solidFill>
                <a:effectLst/>
                <a:latin typeface="Rockwell" panose="02060603020205020403" pitchFamily="18" charset="0"/>
              </a:rPr>
              <a:t> using stratify=</a:t>
            </a:r>
            <a:r>
              <a:rPr lang="en-US" b="1" i="0" dirty="0">
                <a:solidFill>
                  <a:schemeClr val="accent1">
                    <a:lumMod val="50000"/>
                  </a:schemeClr>
                </a:solidFill>
                <a:effectLst/>
                <a:latin typeface="Rockwell" panose="02060603020205020403" pitchFamily="18" charset="0"/>
              </a:rPr>
              <a:t>y</a:t>
            </a:r>
            <a:r>
              <a:rPr lang="en-US" b="0" i="0" dirty="0">
                <a:solidFill>
                  <a:schemeClr val="accent1">
                    <a:lumMod val="50000"/>
                  </a:schemeClr>
                </a:solidFill>
                <a:effectLst/>
                <a:latin typeface="Rockwell" panose="02060603020205020403" pitchFamily="18" charset="0"/>
              </a:rPr>
              <a:t> maintains a proportional </a:t>
            </a:r>
            <a:r>
              <a:rPr lang="en-US" b="1" i="0" dirty="0">
                <a:solidFill>
                  <a:schemeClr val="accent1">
                    <a:lumMod val="50000"/>
                  </a:schemeClr>
                </a:solidFill>
                <a:effectLst/>
                <a:latin typeface="Rockwell" panose="02060603020205020403" pitchFamily="18" charset="0"/>
              </a:rPr>
              <a:t>distribution</a:t>
            </a:r>
            <a:r>
              <a:rPr lang="en-US" b="0" i="0" dirty="0">
                <a:solidFill>
                  <a:schemeClr val="accent1">
                    <a:lumMod val="50000"/>
                  </a:schemeClr>
                </a:solidFill>
                <a:effectLst/>
                <a:latin typeface="Rockwell" panose="02060603020205020403" pitchFamily="18" charset="0"/>
              </a:rPr>
              <a:t> of the </a:t>
            </a:r>
            <a:r>
              <a:rPr lang="en-US" b="1" i="0" dirty="0">
                <a:solidFill>
                  <a:schemeClr val="accent1">
                    <a:lumMod val="50000"/>
                  </a:schemeClr>
                </a:solidFill>
                <a:effectLst/>
                <a:latin typeface="Rockwell" panose="02060603020205020403" pitchFamily="18" charset="0"/>
              </a:rPr>
              <a:t>target</a:t>
            </a:r>
            <a:r>
              <a:rPr lang="en-US" b="0" i="0" dirty="0">
                <a:solidFill>
                  <a:schemeClr val="accent1">
                    <a:lumMod val="50000"/>
                  </a:schemeClr>
                </a:solidFill>
                <a:effectLst/>
                <a:latin typeface="Rockwell" panose="02060603020205020403" pitchFamily="18" charset="0"/>
              </a:rPr>
              <a:t> </a:t>
            </a:r>
            <a:r>
              <a:rPr lang="en-US" b="1" i="0" dirty="0">
                <a:solidFill>
                  <a:schemeClr val="accent1">
                    <a:lumMod val="50000"/>
                  </a:schemeClr>
                </a:solidFill>
                <a:effectLst/>
                <a:latin typeface="Rockwell" panose="02060603020205020403" pitchFamily="18" charset="0"/>
              </a:rPr>
              <a:t>variable</a:t>
            </a:r>
            <a:r>
              <a:rPr lang="en-US" b="0" i="0" dirty="0">
                <a:solidFill>
                  <a:schemeClr val="accent1">
                    <a:lumMod val="50000"/>
                  </a:schemeClr>
                </a:solidFill>
                <a:effectLst/>
                <a:latin typeface="Rockwell" panose="02060603020205020403" pitchFamily="18" charset="0"/>
              </a:rPr>
              <a:t> in both sets.</a:t>
            </a:r>
          </a:p>
        </p:txBody>
      </p:sp>
      <p:sp>
        <p:nvSpPr>
          <p:cNvPr id="2" name="TextBox 1">
            <a:extLst>
              <a:ext uri="{FF2B5EF4-FFF2-40B4-BE49-F238E27FC236}">
                <a16:creationId xmlns:a16="http://schemas.microsoft.com/office/drawing/2014/main" id="{3F732A14-69C6-71DE-FA9D-1CB38EA3B64B}"/>
              </a:ext>
            </a:extLst>
          </p:cNvPr>
          <p:cNvSpPr txBox="1"/>
          <p:nvPr/>
        </p:nvSpPr>
        <p:spPr>
          <a:xfrm>
            <a:off x="370307" y="4253197"/>
            <a:ext cx="6512185" cy="1200329"/>
          </a:xfrm>
          <a:prstGeom prst="rect">
            <a:avLst/>
          </a:prstGeom>
          <a:solidFill>
            <a:schemeClr val="tx2">
              <a:lumMod val="20000"/>
              <a:lumOff val="80000"/>
            </a:schemeClr>
          </a:solidFill>
        </p:spPr>
        <p:txBody>
          <a:bodyPr wrap="square" rtlCol="0">
            <a:spAutoFit/>
          </a:bodyPr>
          <a:lstStyle/>
          <a:p>
            <a:pPr marL="285750" indent="-285750">
              <a:buFont typeface="Arial" panose="020B0604020202020204" pitchFamily="34" charset="0"/>
              <a:buChar char="•"/>
            </a:pPr>
            <a:r>
              <a:rPr lang="en-US" b="0" i="0" dirty="0">
                <a:solidFill>
                  <a:schemeClr val="accent1">
                    <a:lumMod val="50000"/>
                  </a:schemeClr>
                </a:solidFill>
                <a:effectLst/>
                <a:latin typeface="Rockwell" panose="02060603020205020403" pitchFamily="18" charset="0"/>
              </a:rPr>
              <a:t>We divided the dataset into two parts: X and y.</a:t>
            </a:r>
          </a:p>
          <a:p>
            <a:pPr marL="285750" indent="-285750">
              <a:buFont typeface="Arial" panose="020B0604020202020204" pitchFamily="34" charset="0"/>
              <a:buChar char="•"/>
            </a:pPr>
            <a:r>
              <a:rPr lang="en-US" b="0" i="0" dirty="0">
                <a:solidFill>
                  <a:schemeClr val="accent1">
                    <a:lumMod val="50000"/>
                  </a:schemeClr>
                </a:solidFill>
                <a:effectLst/>
                <a:latin typeface="Rockwell" panose="02060603020205020403" pitchFamily="18" charset="0"/>
              </a:rPr>
              <a:t>"</a:t>
            </a:r>
            <a:r>
              <a:rPr lang="en-US" b="1" i="0" dirty="0">
                <a:solidFill>
                  <a:schemeClr val="accent1">
                    <a:lumMod val="50000"/>
                  </a:schemeClr>
                </a:solidFill>
                <a:effectLst/>
                <a:latin typeface="Rockwell" panose="02060603020205020403" pitchFamily="18" charset="0"/>
              </a:rPr>
              <a:t>X</a:t>
            </a:r>
            <a:r>
              <a:rPr lang="en-US" b="0" i="0" dirty="0">
                <a:solidFill>
                  <a:schemeClr val="accent1">
                    <a:lumMod val="50000"/>
                  </a:schemeClr>
                </a:solidFill>
                <a:effectLst/>
                <a:latin typeface="Rockwell" panose="02060603020205020403" pitchFamily="18" charset="0"/>
              </a:rPr>
              <a:t>" typically represents the </a:t>
            </a:r>
            <a:r>
              <a:rPr lang="en-US" b="1" i="0" dirty="0">
                <a:solidFill>
                  <a:schemeClr val="accent1">
                    <a:lumMod val="50000"/>
                  </a:schemeClr>
                </a:solidFill>
                <a:effectLst/>
                <a:latin typeface="Rockwell" panose="02060603020205020403" pitchFamily="18" charset="0"/>
              </a:rPr>
              <a:t>independent</a:t>
            </a:r>
            <a:r>
              <a:rPr lang="en-US" b="0" i="0" dirty="0">
                <a:solidFill>
                  <a:schemeClr val="accent1">
                    <a:lumMod val="50000"/>
                  </a:schemeClr>
                </a:solidFill>
                <a:effectLst/>
                <a:latin typeface="Rockwell" panose="02060603020205020403" pitchFamily="18" charset="0"/>
              </a:rPr>
              <a:t> Variables, and "</a:t>
            </a:r>
            <a:r>
              <a:rPr lang="en-US" b="1" i="0" dirty="0">
                <a:solidFill>
                  <a:schemeClr val="accent1">
                    <a:lumMod val="50000"/>
                  </a:schemeClr>
                </a:solidFill>
                <a:effectLst/>
                <a:latin typeface="Rockwell" panose="02060603020205020403" pitchFamily="18" charset="0"/>
              </a:rPr>
              <a:t>y</a:t>
            </a:r>
            <a:r>
              <a:rPr lang="en-US" b="0" i="0" dirty="0">
                <a:solidFill>
                  <a:schemeClr val="accent1">
                    <a:lumMod val="50000"/>
                  </a:schemeClr>
                </a:solidFill>
                <a:effectLst/>
                <a:latin typeface="Rockwell" panose="02060603020205020403" pitchFamily="18" charset="0"/>
              </a:rPr>
              <a:t>" represents the </a:t>
            </a:r>
            <a:r>
              <a:rPr lang="en-US" b="1" i="0" dirty="0">
                <a:solidFill>
                  <a:schemeClr val="accent1">
                    <a:lumMod val="50000"/>
                  </a:schemeClr>
                </a:solidFill>
                <a:effectLst/>
                <a:latin typeface="Rockwell" panose="02060603020205020403" pitchFamily="18" charset="0"/>
              </a:rPr>
              <a:t>Dependent</a:t>
            </a:r>
            <a:r>
              <a:rPr lang="en-US" b="0" i="0" dirty="0">
                <a:solidFill>
                  <a:schemeClr val="accent1">
                    <a:lumMod val="50000"/>
                  </a:schemeClr>
                </a:solidFill>
                <a:effectLst/>
                <a:latin typeface="Rockwell" panose="02060603020205020403" pitchFamily="18" charset="0"/>
              </a:rPr>
              <a:t> (</a:t>
            </a:r>
            <a:r>
              <a:rPr lang="en-US" b="1" i="0" dirty="0">
                <a:solidFill>
                  <a:schemeClr val="accent1">
                    <a:lumMod val="50000"/>
                  </a:schemeClr>
                </a:solidFill>
                <a:effectLst/>
                <a:latin typeface="Rockwell" panose="02060603020205020403" pitchFamily="18" charset="0"/>
              </a:rPr>
              <a:t>target</a:t>
            </a:r>
            <a:r>
              <a:rPr lang="en-US" b="0" i="0" dirty="0">
                <a:solidFill>
                  <a:schemeClr val="accent1">
                    <a:lumMod val="50000"/>
                  </a:schemeClr>
                </a:solidFill>
                <a:effectLst/>
                <a:latin typeface="Rockwell" panose="02060603020205020403" pitchFamily="18" charset="0"/>
              </a:rPr>
              <a:t> </a:t>
            </a:r>
            <a:r>
              <a:rPr lang="en-US" b="1" i="0" dirty="0">
                <a:solidFill>
                  <a:schemeClr val="accent1">
                    <a:lumMod val="50000"/>
                  </a:schemeClr>
                </a:solidFill>
                <a:effectLst/>
                <a:latin typeface="Rockwell" panose="02060603020205020403" pitchFamily="18" charset="0"/>
              </a:rPr>
              <a:t>variable</a:t>
            </a:r>
            <a:r>
              <a:rPr lang="en-US" b="0" i="0" dirty="0">
                <a:solidFill>
                  <a:schemeClr val="accent1">
                    <a:lumMod val="50000"/>
                  </a:schemeClr>
                </a:solidFill>
                <a:effectLst/>
                <a:latin typeface="Rockwell" panose="02060603020205020403" pitchFamily="18" charset="0"/>
              </a:rPr>
              <a:t>) that we want to predict or understand.</a:t>
            </a:r>
            <a:endParaRPr lang="en-IN" dirty="0">
              <a:solidFill>
                <a:schemeClr val="accent1">
                  <a:lumMod val="50000"/>
                </a:schemeClr>
              </a:solidFill>
              <a:latin typeface="Rockwell" panose="02060603020205020403" pitchFamily="18" charset="0"/>
            </a:endParaRPr>
          </a:p>
        </p:txBody>
      </p:sp>
      <p:sp>
        <p:nvSpPr>
          <p:cNvPr id="9" name="TextBox 8">
            <a:extLst>
              <a:ext uri="{FF2B5EF4-FFF2-40B4-BE49-F238E27FC236}">
                <a16:creationId xmlns:a16="http://schemas.microsoft.com/office/drawing/2014/main" id="{D21AB351-E3B3-1E54-48BE-8FC8C80200F0}"/>
              </a:ext>
            </a:extLst>
          </p:cNvPr>
          <p:cNvSpPr txBox="1"/>
          <p:nvPr/>
        </p:nvSpPr>
        <p:spPr>
          <a:xfrm>
            <a:off x="385470" y="3501577"/>
            <a:ext cx="6823852" cy="584775"/>
          </a:xfrm>
          <a:prstGeom prst="rect">
            <a:avLst/>
          </a:prstGeom>
          <a:noFill/>
        </p:spPr>
        <p:txBody>
          <a:bodyPr wrap="square" rtlCol="0">
            <a:spAutoFit/>
          </a:bodyPr>
          <a:lstStyle/>
          <a:p>
            <a:r>
              <a:rPr lang="en-US" sz="3200" b="1" dirty="0">
                <a:solidFill>
                  <a:schemeClr val="accent1">
                    <a:lumMod val="75000"/>
                  </a:schemeClr>
                </a:solidFill>
                <a:effectLst>
                  <a:outerShdw blurRad="38100" dist="38100" dir="2700000" algn="tl">
                    <a:srgbClr val="000000">
                      <a:alpha val="43137"/>
                    </a:srgbClr>
                  </a:outerShdw>
                </a:effectLst>
                <a:latin typeface="Rockwell" panose="02060603020205020403" pitchFamily="18" charset="0"/>
              </a:rPr>
              <a:t>SPLITING THE DATA INTO X &amp; Y</a:t>
            </a:r>
            <a:endParaRPr lang="en-IN" sz="3200" b="1" dirty="0">
              <a:solidFill>
                <a:schemeClr val="accent1">
                  <a:lumMod val="75000"/>
                </a:schemeClr>
              </a:solidFill>
              <a:effectLst>
                <a:outerShdw blurRad="38100" dist="38100" dir="2700000" algn="tl">
                  <a:srgbClr val="000000">
                    <a:alpha val="43137"/>
                  </a:srgbClr>
                </a:outerShdw>
              </a:effectLst>
              <a:latin typeface="Rockwell" panose="02060603020205020403" pitchFamily="18" charset="0"/>
            </a:endParaRPr>
          </a:p>
        </p:txBody>
      </p:sp>
      <p:pic>
        <p:nvPicPr>
          <p:cNvPr id="8" name="Picture 7">
            <a:extLst>
              <a:ext uri="{FF2B5EF4-FFF2-40B4-BE49-F238E27FC236}">
                <a16:creationId xmlns:a16="http://schemas.microsoft.com/office/drawing/2014/main" id="{29E82B55-D088-B576-F431-E2C629D12471}"/>
              </a:ext>
            </a:extLst>
          </p:cNvPr>
          <p:cNvPicPr>
            <a:picLocks noChangeAspect="1"/>
          </p:cNvPicPr>
          <p:nvPr/>
        </p:nvPicPr>
        <p:blipFill>
          <a:blip r:embed="rId3"/>
          <a:stretch>
            <a:fillRect/>
          </a:stretch>
        </p:blipFill>
        <p:spPr>
          <a:xfrm>
            <a:off x="7883912" y="1029903"/>
            <a:ext cx="4109753" cy="4098703"/>
          </a:xfrm>
          <a:prstGeom prst="rect">
            <a:avLst/>
          </a:prstGeom>
        </p:spPr>
      </p:pic>
      <p:pic>
        <p:nvPicPr>
          <p:cNvPr id="11" name="Picture 10">
            <a:extLst>
              <a:ext uri="{FF2B5EF4-FFF2-40B4-BE49-F238E27FC236}">
                <a16:creationId xmlns:a16="http://schemas.microsoft.com/office/drawing/2014/main" id="{4F2D1305-DFD9-1E47-0469-5CBA304447A3}"/>
              </a:ext>
            </a:extLst>
          </p:cNvPr>
          <p:cNvPicPr>
            <a:picLocks noChangeAspect="1"/>
          </p:cNvPicPr>
          <p:nvPr/>
        </p:nvPicPr>
        <p:blipFill>
          <a:blip r:embed="rId4"/>
          <a:stretch>
            <a:fillRect/>
          </a:stretch>
        </p:blipFill>
        <p:spPr>
          <a:xfrm>
            <a:off x="9008697" y="1749053"/>
            <a:ext cx="780196" cy="515479"/>
          </a:xfrm>
          <a:prstGeom prst="rect">
            <a:avLst/>
          </a:prstGeom>
        </p:spPr>
      </p:pic>
      <p:pic>
        <p:nvPicPr>
          <p:cNvPr id="13" name="Picture 12">
            <a:extLst>
              <a:ext uri="{FF2B5EF4-FFF2-40B4-BE49-F238E27FC236}">
                <a16:creationId xmlns:a16="http://schemas.microsoft.com/office/drawing/2014/main" id="{9BA45AC5-EC84-EB45-713F-62D9C3A5D78C}"/>
              </a:ext>
            </a:extLst>
          </p:cNvPr>
          <p:cNvPicPr>
            <a:picLocks noChangeAspect="1"/>
          </p:cNvPicPr>
          <p:nvPr/>
        </p:nvPicPr>
        <p:blipFill>
          <a:blip r:embed="rId5"/>
          <a:stretch>
            <a:fillRect/>
          </a:stretch>
        </p:blipFill>
        <p:spPr>
          <a:xfrm>
            <a:off x="9008697" y="4047318"/>
            <a:ext cx="780196" cy="375651"/>
          </a:xfrm>
          <a:prstGeom prst="rect">
            <a:avLst/>
          </a:prstGeom>
        </p:spPr>
      </p:pic>
    </p:spTree>
    <p:extLst>
      <p:ext uri="{BB962C8B-B14F-4D97-AF65-F5344CB8AC3E}">
        <p14:creationId xmlns:p14="http://schemas.microsoft.com/office/powerpoint/2010/main" val="6709275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4E6C047-5885-D0BC-273F-A5DD1EE584B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0207690" y="6227099"/>
            <a:ext cx="1785976" cy="462949"/>
          </a:xfrm>
          <a:prstGeom prst="rect">
            <a:avLst/>
          </a:prstGeom>
        </p:spPr>
      </p:pic>
      <p:sp>
        <p:nvSpPr>
          <p:cNvPr id="2" name="TextBox 1">
            <a:extLst>
              <a:ext uri="{FF2B5EF4-FFF2-40B4-BE49-F238E27FC236}">
                <a16:creationId xmlns:a16="http://schemas.microsoft.com/office/drawing/2014/main" id="{052E2FA6-E90D-0FA7-03B2-ECEA30EDCDF0}"/>
              </a:ext>
            </a:extLst>
          </p:cNvPr>
          <p:cNvSpPr txBox="1"/>
          <p:nvPr/>
        </p:nvSpPr>
        <p:spPr>
          <a:xfrm>
            <a:off x="363894" y="391978"/>
            <a:ext cx="5170632" cy="646331"/>
          </a:xfrm>
          <a:prstGeom prst="rect">
            <a:avLst/>
          </a:prstGeom>
          <a:noFill/>
        </p:spPr>
        <p:txBody>
          <a:bodyPr wrap="square" rtlCol="0">
            <a:spAutoFit/>
          </a:bodyPr>
          <a:lstStyle/>
          <a:p>
            <a:r>
              <a:rPr lang="en-US" sz="3600" b="1" dirty="0">
                <a:solidFill>
                  <a:schemeClr val="accent1">
                    <a:lumMod val="75000"/>
                  </a:schemeClr>
                </a:solidFill>
                <a:effectLst>
                  <a:outerShdw blurRad="38100" dist="38100" dir="2700000" algn="tl">
                    <a:srgbClr val="000000">
                      <a:alpha val="43137"/>
                    </a:srgbClr>
                  </a:outerShdw>
                </a:effectLst>
                <a:latin typeface="Rockwell" panose="02060603020205020403" pitchFamily="18" charset="0"/>
              </a:rPr>
              <a:t>MODEL SELECTION</a:t>
            </a:r>
            <a:endParaRPr lang="en-IN" sz="3600" b="1" dirty="0">
              <a:solidFill>
                <a:schemeClr val="accent1">
                  <a:lumMod val="75000"/>
                </a:schemeClr>
              </a:solidFill>
              <a:effectLst>
                <a:outerShdw blurRad="38100" dist="38100" dir="2700000" algn="tl">
                  <a:srgbClr val="000000">
                    <a:alpha val="43137"/>
                  </a:srgbClr>
                </a:outerShdw>
              </a:effectLst>
              <a:latin typeface="Rockwell" panose="02060603020205020403" pitchFamily="18" charset="0"/>
            </a:endParaRPr>
          </a:p>
        </p:txBody>
      </p:sp>
      <p:graphicFrame>
        <p:nvGraphicFramePr>
          <p:cNvPr id="13" name="TextBox 9">
            <a:extLst>
              <a:ext uri="{FF2B5EF4-FFF2-40B4-BE49-F238E27FC236}">
                <a16:creationId xmlns:a16="http://schemas.microsoft.com/office/drawing/2014/main" id="{836AF71F-0B9D-E226-02C3-0F6ADA8543E8}"/>
              </a:ext>
            </a:extLst>
          </p:cNvPr>
          <p:cNvGraphicFramePr/>
          <p:nvPr>
            <p:extLst>
              <p:ext uri="{D42A27DB-BD31-4B8C-83A1-F6EECF244321}">
                <p14:modId xmlns:p14="http://schemas.microsoft.com/office/powerpoint/2010/main" val="3836547622"/>
              </p:ext>
            </p:extLst>
          </p:nvPr>
        </p:nvGraphicFramePr>
        <p:xfrm>
          <a:off x="363893" y="933651"/>
          <a:ext cx="11629773" cy="552761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891964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F501B4A-0B98-B6F2-8423-7EB4ADACBD4F}"/>
              </a:ext>
            </a:extLst>
          </p:cNvPr>
          <p:cNvSpPr txBox="1"/>
          <p:nvPr/>
        </p:nvSpPr>
        <p:spPr>
          <a:xfrm>
            <a:off x="1139483" y="393895"/>
            <a:ext cx="9734843" cy="923330"/>
          </a:xfrm>
          <a:prstGeom prst="rect">
            <a:avLst/>
          </a:prstGeom>
          <a:noFill/>
        </p:spPr>
        <p:txBody>
          <a:bodyPr wrap="square" rtlCol="0">
            <a:spAutoFit/>
          </a:bodyPr>
          <a:lstStyle/>
          <a:p>
            <a:pPr algn="ctr"/>
            <a:r>
              <a:rPr lang="en-IN" sz="3600" b="1" dirty="0">
                <a:solidFill>
                  <a:schemeClr val="accent1">
                    <a:lumMod val="75000"/>
                  </a:schemeClr>
                </a:solidFill>
                <a:effectLst>
                  <a:outerShdw blurRad="38100" dist="38100" dir="2700000" algn="tl">
                    <a:srgbClr val="000000">
                      <a:alpha val="43137"/>
                    </a:srgbClr>
                  </a:outerShdw>
                </a:effectLst>
                <a:latin typeface="Rockwell" panose="02060603020205020403" pitchFamily="18" charset="0"/>
              </a:rPr>
              <a:t>Logistic</a:t>
            </a:r>
            <a:r>
              <a:rPr lang="en-IN" sz="2400" dirty="0"/>
              <a:t> </a:t>
            </a:r>
            <a:r>
              <a:rPr lang="en-IN" sz="3600" b="1" dirty="0">
                <a:solidFill>
                  <a:schemeClr val="accent1">
                    <a:lumMod val="75000"/>
                  </a:schemeClr>
                </a:solidFill>
                <a:effectLst>
                  <a:outerShdw blurRad="38100" dist="38100" dir="2700000" algn="tl">
                    <a:srgbClr val="000000">
                      <a:alpha val="43137"/>
                    </a:srgbClr>
                  </a:outerShdw>
                </a:effectLst>
                <a:latin typeface="Rockwell" panose="02060603020205020403" pitchFamily="18" charset="0"/>
              </a:rPr>
              <a:t>Regression</a:t>
            </a:r>
            <a:r>
              <a:rPr lang="en-IN" sz="2400" dirty="0"/>
              <a:t> </a:t>
            </a:r>
            <a:r>
              <a:rPr lang="en-IN" sz="3600" b="1" dirty="0">
                <a:solidFill>
                  <a:schemeClr val="accent1">
                    <a:lumMod val="75000"/>
                  </a:schemeClr>
                </a:solidFill>
                <a:effectLst>
                  <a:outerShdw blurRad="38100" dist="38100" dir="2700000" algn="tl">
                    <a:srgbClr val="000000">
                      <a:alpha val="43137"/>
                    </a:srgbClr>
                  </a:outerShdw>
                </a:effectLst>
                <a:latin typeface="Rockwell" panose="02060603020205020403" pitchFamily="18" charset="0"/>
              </a:rPr>
              <a:t>Confusion</a:t>
            </a:r>
            <a:r>
              <a:rPr lang="en-IN" sz="2400" dirty="0"/>
              <a:t> </a:t>
            </a:r>
            <a:r>
              <a:rPr lang="en-IN" sz="3600" b="1" dirty="0">
                <a:solidFill>
                  <a:schemeClr val="accent1">
                    <a:lumMod val="75000"/>
                  </a:schemeClr>
                </a:solidFill>
                <a:effectLst>
                  <a:outerShdw blurRad="38100" dist="38100" dir="2700000" algn="tl">
                    <a:srgbClr val="000000">
                      <a:alpha val="43137"/>
                    </a:srgbClr>
                  </a:outerShdw>
                </a:effectLst>
                <a:latin typeface="Rockwell" panose="02060603020205020403" pitchFamily="18" charset="0"/>
              </a:rPr>
              <a:t>Matrix</a:t>
            </a:r>
          </a:p>
          <a:p>
            <a:endParaRPr lang="en-IN" dirty="0"/>
          </a:p>
        </p:txBody>
      </p:sp>
      <p:pic>
        <p:nvPicPr>
          <p:cNvPr id="4" name="Picture 3">
            <a:extLst>
              <a:ext uri="{FF2B5EF4-FFF2-40B4-BE49-F238E27FC236}">
                <a16:creationId xmlns:a16="http://schemas.microsoft.com/office/drawing/2014/main" id="{779DF4BE-E12B-52A5-A59F-D75F52161A65}"/>
              </a:ext>
            </a:extLst>
          </p:cNvPr>
          <p:cNvPicPr>
            <a:picLocks noChangeAspect="1"/>
          </p:cNvPicPr>
          <p:nvPr/>
        </p:nvPicPr>
        <p:blipFill>
          <a:blip r:embed="rId2">
            <a:extLst>
              <a:ext uri="{28A0092B-C50C-407E-A947-70E740481C1C}">
                <a14:useLocalDpi xmlns:a14="http://schemas.microsoft.com/office/drawing/2010/main" val="0"/>
              </a:ext>
            </a:extLst>
          </a:blip>
          <a:srcRect l="-1" t="7479" r="-2518"/>
          <a:stretch>
            <a:fillRect/>
          </a:stretch>
        </p:blipFill>
        <p:spPr>
          <a:xfrm>
            <a:off x="872197" y="1317225"/>
            <a:ext cx="10607039" cy="5146880"/>
          </a:xfrm>
          <a:prstGeom prst="rect">
            <a:avLst/>
          </a:prstGeom>
        </p:spPr>
      </p:pic>
    </p:spTree>
    <p:extLst>
      <p:ext uri="{BB962C8B-B14F-4D97-AF65-F5344CB8AC3E}">
        <p14:creationId xmlns:p14="http://schemas.microsoft.com/office/powerpoint/2010/main" val="5423279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34">
            <a:extLst>
              <a:ext uri="{FF2B5EF4-FFF2-40B4-BE49-F238E27FC236}">
                <a16:creationId xmlns:a16="http://schemas.microsoft.com/office/drawing/2014/main" id="{5454B20A-EFE7-2AEF-6D2D-9248FA7927B8}"/>
              </a:ext>
            </a:extLst>
          </p:cNvPr>
          <p:cNvSpPr txBox="1"/>
          <p:nvPr/>
        </p:nvSpPr>
        <p:spPr>
          <a:xfrm>
            <a:off x="393700" y="109835"/>
            <a:ext cx="11479431" cy="584775"/>
          </a:xfrm>
          <a:prstGeom prst="rect">
            <a:avLst/>
          </a:prstGeom>
          <a:noFill/>
        </p:spPr>
        <p:txBody>
          <a:bodyPr wrap="square" rtlCol="0">
            <a:spAutoFit/>
          </a:bodyPr>
          <a:lstStyle/>
          <a:p>
            <a:pPr algn="ctr"/>
            <a:r>
              <a:rPr lang="en-IN" sz="3200" b="1" dirty="0">
                <a:solidFill>
                  <a:schemeClr val="accent1">
                    <a:lumMod val="75000"/>
                  </a:schemeClr>
                </a:solidFill>
                <a:effectLst>
                  <a:outerShdw blurRad="38100" dist="38100" dir="2700000" algn="tl">
                    <a:srgbClr val="000000">
                      <a:alpha val="43137"/>
                    </a:srgbClr>
                  </a:outerShdw>
                </a:effectLst>
                <a:latin typeface="Goudy Old Style" panose="02020502050305020303" pitchFamily="18" charset="0"/>
              </a:rPr>
              <a:t>RANDOM FOREST CONFUSION MATRIX</a:t>
            </a:r>
          </a:p>
        </p:txBody>
      </p:sp>
      <p:pic>
        <p:nvPicPr>
          <p:cNvPr id="4" name="Picture 3">
            <a:extLst>
              <a:ext uri="{FF2B5EF4-FFF2-40B4-BE49-F238E27FC236}">
                <a16:creationId xmlns:a16="http://schemas.microsoft.com/office/drawing/2014/main" id="{C87A4275-D3A4-DAFF-C53F-C66D5ED85E5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0207690" y="6227099"/>
            <a:ext cx="1785976" cy="462949"/>
          </a:xfrm>
          <a:prstGeom prst="rect">
            <a:avLst/>
          </a:prstGeom>
        </p:spPr>
      </p:pic>
      <p:pic>
        <p:nvPicPr>
          <p:cNvPr id="5" name="Picture 4">
            <a:extLst>
              <a:ext uri="{FF2B5EF4-FFF2-40B4-BE49-F238E27FC236}">
                <a16:creationId xmlns:a16="http://schemas.microsoft.com/office/drawing/2014/main" id="{F235769E-1065-831F-5D06-40D1D9144160}"/>
              </a:ext>
            </a:extLst>
          </p:cNvPr>
          <p:cNvPicPr>
            <a:picLocks noChangeAspect="1"/>
          </p:cNvPicPr>
          <p:nvPr/>
        </p:nvPicPr>
        <p:blipFill>
          <a:blip r:embed="rId3">
            <a:extLst>
              <a:ext uri="{28A0092B-C50C-407E-A947-70E740481C1C}">
                <a14:useLocalDpi xmlns:a14="http://schemas.microsoft.com/office/drawing/2010/main" val="0"/>
              </a:ext>
            </a:extLst>
          </a:blip>
          <a:srcRect t="7077"/>
          <a:stretch>
            <a:fillRect/>
          </a:stretch>
        </p:blipFill>
        <p:spPr>
          <a:xfrm>
            <a:off x="393700" y="858129"/>
            <a:ext cx="11599966" cy="5368971"/>
          </a:xfrm>
          <a:prstGeom prst="rect">
            <a:avLst/>
          </a:prstGeom>
        </p:spPr>
      </p:pic>
    </p:spTree>
    <p:extLst>
      <p:ext uri="{BB962C8B-B14F-4D97-AF65-F5344CB8AC3E}">
        <p14:creationId xmlns:p14="http://schemas.microsoft.com/office/powerpoint/2010/main" val="22896929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B71DEFB-47F1-1A0E-9BF3-79F42A76C806}"/>
              </a:ext>
            </a:extLst>
          </p:cNvPr>
          <p:cNvSpPr txBox="1"/>
          <p:nvPr/>
        </p:nvSpPr>
        <p:spPr>
          <a:xfrm>
            <a:off x="3031077" y="-16459"/>
            <a:ext cx="6858002" cy="1200329"/>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IN" sz="7200" b="1" dirty="0">
                <a:solidFill>
                  <a:schemeClr val="accent1">
                    <a:lumMod val="40000"/>
                    <a:lumOff val="60000"/>
                  </a:schemeClr>
                </a:solidFill>
                <a:effectLst>
                  <a:outerShdw blurRad="50800" dist="38100" algn="l" rotWithShape="0">
                    <a:prstClr val="black">
                      <a:alpha val="40000"/>
                    </a:prstClr>
                  </a:outerShdw>
                </a:effectLst>
                <a:latin typeface="Goudy Old Style" panose="02020502050305020303" pitchFamily="18" charset="0"/>
                <a:ea typeface="+mj-ea"/>
                <a:cs typeface="+mj-cs"/>
              </a:rPr>
              <a:t>Conclusion</a:t>
            </a:r>
          </a:p>
        </p:txBody>
      </p:sp>
      <p:sp>
        <p:nvSpPr>
          <p:cNvPr id="4" name="TextBox 3">
            <a:extLst>
              <a:ext uri="{FF2B5EF4-FFF2-40B4-BE49-F238E27FC236}">
                <a16:creationId xmlns:a16="http://schemas.microsoft.com/office/drawing/2014/main" id="{BC6C97B8-9238-71D2-5C46-D7E2744F748D}"/>
              </a:ext>
            </a:extLst>
          </p:cNvPr>
          <p:cNvSpPr txBox="1"/>
          <p:nvPr/>
        </p:nvSpPr>
        <p:spPr>
          <a:xfrm>
            <a:off x="3031077" y="-30001"/>
            <a:ext cx="6858002" cy="1200329"/>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IN" sz="7200" b="1" dirty="0">
                <a:solidFill>
                  <a:schemeClr val="accent1">
                    <a:lumMod val="75000"/>
                  </a:schemeClr>
                </a:solidFill>
                <a:latin typeface="Goudy Old Style" panose="02020502050305020303" pitchFamily="18" charset="0"/>
                <a:ea typeface="+mj-ea"/>
                <a:cs typeface="+mj-cs"/>
              </a:rPr>
              <a:t>Conclusion</a:t>
            </a:r>
          </a:p>
        </p:txBody>
      </p:sp>
      <p:pic>
        <p:nvPicPr>
          <p:cNvPr id="27" name="Picture 26">
            <a:extLst>
              <a:ext uri="{FF2B5EF4-FFF2-40B4-BE49-F238E27FC236}">
                <a16:creationId xmlns:a16="http://schemas.microsoft.com/office/drawing/2014/main" id="{A6A6962B-9EAE-3FED-870D-5E946F20972A}"/>
              </a:ext>
            </a:extLst>
          </p:cNvPr>
          <p:cNvPicPr>
            <a:picLocks noChangeAspect="1"/>
          </p:cNvPicPr>
          <p:nvPr/>
        </p:nvPicPr>
        <p:blipFill>
          <a:blip r:embed="rId2">
            <a:duotone>
              <a:prstClr val="black"/>
              <a:schemeClr val="accent4">
                <a:tint val="45000"/>
                <a:satMod val="400000"/>
              </a:schemeClr>
            </a:duotone>
            <a:extLst>
              <a:ext uri="{28A0092B-C50C-407E-A947-70E740481C1C}">
                <a14:useLocalDpi xmlns:a14="http://schemas.microsoft.com/office/drawing/2010/main" val="0"/>
              </a:ext>
            </a:extLst>
          </a:blip>
          <a:stretch>
            <a:fillRect/>
          </a:stretch>
        </p:blipFill>
        <p:spPr>
          <a:xfrm>
            <a:off x="8662913" y="348956"/>
            <a:ext cx="601257" cy="601257"/>
          </a:xfrm>
          <a:prstGeom prst="rect">
            <a:avLst/>
          </a:prstGeom>
        </p:spPr>
      </p:pic>
      <p:pic>
        <p:nvPicPr>
          <p:cNvPr id="14" name="Picture 13">
            <a:extLst>
              <a:ext uri="{FF2B5EF4-FFF2-40B4-BE49-F238E27FC236}">
                <a16:creationId xmlns:a16="http://schemas.microsoft.com/office/drawing/2014/main" id="{8D4E09C8-6479-B7F8-F9FC-A0CD529D3AF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0406024" y="6395050"/>
            <a:ext cx="1785976" cy="462949"/>
          </a:xfrm>
          <a:prstGeom prst="rect">
            <a:avLst/>
          </a:prstGeom>
        </p:spPr>
      </p:pic>
      <p:sp>
        <p:nvSpPr>
          <p:cNvPr id="6" name="TextBox 5">
            <a:extLst>
              <a:ext uri="{FF2B5EF4-FFF2-40B4-BE49-F238E27FC236}">
                <a16:creationId xmlns:a16="http://schemas.microsoft.com/office/drawing/2014/main" id="{45F09169-573A-26FF-E113-E154D3462057}"/>
              </a:ext>
            </a:extLst>
          </p:cNvPr>
          <p:cNvSpPr txBox="1"/>
          <p:nvPr/>
        </p:nvSpPr>
        <p:spPr>
          <a:xfrm>
            <a:off x="943430" y="1499434"/>
            <a:ext cx="10900228" cy="4708981"/>
          </a:xfrm>
          <a:prstGeom prst="rect">
            <a:avLst/>
          </a:prstGeom>
          <a:solidFill>
            <a:schemeClr val="bg2"/>
          </a:solidFill>
        </p:spPr>
        <p:txBody>
          <a:bodyPr wrap="square">
            <a:spAutoFit/>
          </a:bodyPr>
          <a:lstStyle/>
          <a:p>
            <a:pPr marL="342900" indent="-342900">
              <a:buFont typeface="Wingdings" panose="05000000000000000000" pitchFamily="2" charset="2"/>
              <a:buChar char="v"/>
            </a:pPr>
            <a:r>
              <a:rPr lang="en-US" sz="2000" dirty="0">
                <a:solidFill>
                  <a:schemeClr val="accent1"/>
                </a:solidFill>
              </a:rPr>
              <a:t>This project successfully developed a Machine Learning-based hotel reservation cancellation prediction system using various booking and customer-related features. Comprehensive Exploratory Data Analysis (EDA) revealed that factors such as lead time, average room price, repeated guest status, and booking patterns significantly influence reservation cancellations.</a:t>
            </a:r>
          </a:p>
          <a:p>
            <a:pPr marL="342900" indent="-342900">
              <a:buFont typeface="Wingdings" panose="05000000000000000000" pitchFamily="2" charset="2"/>
              <a:buChar char="v"/>
            </a:pPr>
            <a:r>
              <a:rPr lang="en-US" sz="2000" dirty="0">
                <a:solidFill>
                  <a:schemeClr val="accent1"/>
                </a:solidFill>
              </a:rPr>
              <a:t>Multiple classification algorithms including Logistic Regression, Decision Tree, and Random Forest were implemented and evaluated. Among all models, the Random Forest Classifier achieved the best performance after hyperparameter tuning using </a:t>
            </a:r>
            <a:r>
              <a:rPr lang="en-US" sz="2000" dirty="0" err="1">
                <a:solidFill>
                  <a:schemeClr val="accent1"/>
                </a:solidFill>
              </a:rPr>
              <a:t>GridSearchCV</a:t>
            </a:r>
            <a:r>
              <a:rPr lang="en-US" sz="2000" dirty="0">
                <a:solidFill>
                  <a:schemeClr val="accent1"/>
                </a:solidFill>
              </a:rPr>
              <a:t>, providing high prediction accuracy and reliable classification results.</a:t>
            </a:r>
          </a:p>
          <a:p>
            <a:pPr marL="342900" indent="-342900">
              <a:buFont typeface="Wingdings" panose="05000000000000000000" pitchFamily="2" charset="2"/>
              <a:buChar char="v"/>
            </a:pPr>
            <a:r>
              <a:rPr lang="en-US" sz="2000" dirty="0">
                <a:solidFill>
                  <a:schemeClr val="accent1"/>
                </a:solidFill>
              </a:rPr>
              <a:t>Feature engineering and preprocessing techniques such as missing value handling, encoding, scaling, and feature selection improved overall model efficiency and prediction capability. The project also provided valuable business insights through visualizations and feature importance analysis.</a:t>
            </a:r>
          </a:p>
          <a:p>
            <a:pPr marL="342900" indent="-342900">
              <a:buFont typeface="Wingdings" panose="05000000000000000000" pitchFamily="2" charset="2"/>
              <a:buChar char="v"/>
            </a:pPr>
            <a:r>
              <a:rPr lang="en-US" sz="2000" dirty="0">
                <a:solidFill>
                  <a:schemeClr val="accent1"/>
                </a:solidFill>
              </a:rPr>
              <a:t>The developed solution can help hotels improve revenue management, optimize staff and inventory planning, reduce losses from cancellations, and support strategic decision-making through predictive analytics. This project demonstrates the practical application of Machine Learning in solving real-world business problems in the hospitality industry.</a:t>
            </a:r>
          </a:p>
        </p:txBody>
      </p:sp>
    </p:spTree>
    <p:extLst>
      <p:ext uri="{BB962C8B-B14F-4D97-AF65-F5344CB8AC3E}">
        <p14:creationId xmlns:p14="http://schemas.microsoft.com/office/powerpoint/2010/main" val="25802118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2A34678-9AA0-B4BA-AE8C-876DBD47284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0207690" y="6227099"/>
            <a:ext cx="1785976" cy="462949"/>
          </a:xfrm>
          <a:prstGeom prst="rect">
            <a:avLst/>
          </a:prstGeom>
        </p:spPr>
      </p:pic>
      <p:pic>
        <p:nvPicPr>
          <p:cNvPr id="3" name="Picture 2" descr="A silhouette of a person sitting on a blue and white surface&#10;&#10;AI-generated content may be incorrect.">
            <a:extLst>
              <a:ext uri="{FF2B5EF4-FFF2-40B4-BE49-F238E27FC236}">
                <a16:creationId xmlns:a16="http://schemas.microsoft.com/office/drawing/2014/main" id="{ABC68C9E-E901-7AA2-A28B-D0B61FB3C96E}"/>
              </a:ext>
            </a:extLst>
          </p:cNvPr>
          <p:cNvPicPr>
            <a:picLocks noChangeAspect="1"/>
          </p:cNvPicPr>
          <p:nvPr/>
        </p:nvPicPr>
        <p:blipFill>
          <a:blip r:embed="rId3"/>
          <a:stretch>
            <a:fillRect/>
          </a:stretch>
        </p:blipFill>
        <p:spPr>
          <a:xfrm>
            <a:off x="0" y="0"/>
            <a:ext cx="12192000" cy="2824480"/>
          </a:xfrm>
          <a:prstGeom prst="rect">
            <a:avLst/>
          </a:prstGeom>
        </p:spPr>
      </p:pic>
      <p:sp>
        <p:nvSpPr>
          <p:cNvPr id="6" name="Title 5">
            <a:extLst>
              <a:ext uri="{FF2B5EF4-FFF2-40B4-BE49-F238E27FC236}">
                <a16:creationId xmlns:a16="http://schemas.microsoft.com/office/drawing/2014/main" id="{81E8D736-D514-F312-E59F-09897D85BD59}"/>
              </a:ext>
            </a:extLst>
          </p:cNvPr>
          <p:cNvSpPr>
            <a:spLocks noGrp="1"/>
          </p:cNvSpPr>
          <p:nvPr>
            <p:ph type="title"/>
          </p:nvPr>
        </p:nvSpPr>
        <p:spPr>
          <a:xfrm>
            <a:off x="831850" y="2692399"/>
            <a:ext cx="10515600" cy="1940561"/>
          </a:xfrm>
        </p:spPr>
        <p:txBody>
          <a:bodyPr>
            <a:normAutofit/>
            <a:scene3d>
              <a:camera prst="orthographicFront"/>
              <a:lightRig rig="balanced" dir="t"/>
            </a:scene3d>
            <a:sp3d extrusionH="57150">
              <a:bevelT w="38100" h="38100"/>
              <a:bevelB w="38100" h="38100" prst="relaxedInset"/>
            </a:sp3d>
          </a:bodyPr>
          <a:lstStyle/>
          <a:p>
            <a:pPr algn="ctr"/>
            <a:r>
              <a:rPr lang="en-IN" sz="7200" b="1" dirty="0">
                <a:solidFill>
                  <a:srgbClr val="1C1A55"/>
                </a:solidFill>
                <a:effectLst>
                  <a:glow rad="63500">
                    <a:schemeClr val="accent1">
                      <a:satMod val="175000"/>
                      <a:alpha val="40000"/>
                    </a:schemeClr>
                  </a:glow>
                  <a:outerShdw blurRad="50800" dist="38100" dir="2700000" algn="tl" rotWithShape="0">
                    <a:prstClr val="black">
                      <a:alpha val="40000"/>
                    </a:prstClr>
                  </a:outerShdw>
                </a:effectLst>
                <a:latin typeface="Rockwell" panose="02060603020205020403" pitchFamily="18" charset="0"/>
              </a:rPr>
              <a:t>THANK YOU</a:t>
            </a:r>
          </a:p>
        </p:txBody>
      </p:sp>
    </p:spTree>
    <p:extLst>
      <p:ext uri="{BB962C8B-B14F-4D97-AF65-F5344CB8AC3E}">
        <p14:creationId xmlns:p14="http://schemas.microsoft.com/office/powerpoint/2010/main" val="315143557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BAI_THEME_MODEL" val="{&quot;showLogo&quot;:true,&quot;logoScale&quot;:1,&quot;logoPosition&quot;:&quot;left&quot;,&quot;logoOffset&quot;:0,&quot;showMessage&quot;:true,&quot;showPageNum&quot;:true,&quot;logo&quot;:null,&quot;logo_dark&quot;:null,&quot;showFooterByDefault&quot;:null,&quot;footerMessage&quot;:&quot;©2024 Proprietary and Confidential. All Rights Reserved.&quot;,&quot;palette_name&quot;:&quot;colorful&quot;,&quot;defaultSlideColor&quot;:&quot;theme&quot;,&quot;defaultBackgroundColor&quot;:&quot;background_light&quot;,&quot;styleFonts&quot;:1,&quot;styleFontWeight&quot;:&quot;heavy&quot;,&quot;styleElementStyle&quot;:&quot;outlined&quot;,&quot;styleEffect&quot;:&quot;none&quot;,&quot;styleDesign&quot;:1,&quot;styleDecoration&quot;:&quot;bar_left&quot;,&quot;styleHeaderAlignment&quot;:&quot;left&quot;,&quot;styleShape&quot;:&quot;rect&quot;,&quot;styleColor&quot;:&quot;slide&quot;,&quot;styleBackground&quot;:&quot;none&quot;,&quot;styleTitleFont&quot;:&quot;sourcesanspro&quot;,&quot;styleBodyFont&quot;:&quot;sourcesanspro&quot;,&quot;styleWeight&quot;:&quot;medium&quot;,&quot;styleTitleSlide&quot;:&quot;bar_left&quot;,&quot;fontScale&quot;:1,&quot;iconStyle&quot;:&quot;chunky&quot;,&quot;cjkFont&quot;:&quot;jp&quot;,&quot;isRTL&quot;:false,&quot;colors&quot;:{&quot;background_light&quot;:&quot;#ffffff&quot;,&quot;background_dark&quot;:&quot;#000000&quot;,&quot;primary_light&quot;:&quot;#ffffff&quot;,&quot;primary_dark&quot;:&quot;#000000&quot;,&quot;secondary_light&quot;:&quot;#e7e6e6&quot;,&quot;secondary_dark&quot;:&quot;#44546a&quot;,&quot;positive&quot;:&quot;#54C351&quot;,&quot;negative&quot;:&quot;#E04C2B&quot;,&quot;hyperlink&quot;:&quot;#11a9e2&quot;,&quot;theme&quot;:&quot;#4472c4&quot;,&quot;background_accent&quot;:&quot;#e7e6e6&quot;,&quot;chart1&quot;:&quot;#4472c4&quot;,&quot;accent1&quot;:&quot;#ed7d31&quot;,&quot;chart2&quot;:&quot;#ed7d31&quot;,&quot;accent2&quot;:&quot;#a5a5a5&quot;,&quot;chart3&quot;:&quot;#a5a5a5&quot;,&quot;accent3&quot;:&quot;#ffc000&quot;,&quot;chart4&quot;:&quot;#ffc000&quot;,&quot;accent4&quot;:&quot;#5b9bd5&quot;,&quot;chart5&quot;:&quot;#5b9bd5&quot;,&quot;accent5&quot;:&quot;#70ad47&quot;,&quot;chart6&quot;:&quot;#70ad47&quot;},&quot;fontHeaderFontId&quot;:&quot;sourcesanspro&quot;,&quot;fontHeaderWeight&quot;:600,&quot;fontHeaderBoldWeight&quot;:600,&quot;fontHeaderLetterSpacing&quot;:0,&quot;fontHeaderLineHeight&quot;:1.6,&quot;fontHeaderScaling&quot;:100,&quot;fontHeaderTextTransform&quot;:&quot;auto&quot;,&quot;fontTitleFontId&quot;:&quot;sourcesanspro&quot;,&quot;fontTitleWeight&quot;:600,&quot;fontTitleBoldWeight&quot;:600,&quot;fontTitleLetterSpacing&quot;:0,&quot;fontTitleLineHeight&quot;:1.6,&quot;fontTitleScaling&quot;:100,&quot;fontTitleTextTransform&quot;:&quot;auto&quot;,&quot;fontBodyFontId&quot;:&quot;sourcesanspro&quot;,&quot;fontBodyWeight&quot;:400,&quot;fontBodyBoldWeight&quot;:600,&quot;fontBodyLetterSpacing&quot;:0,&quot;fontBodyLineHeight&quot;:1.9,&quot;fontBodyScaling&quot;:100,&quot;fontBodyTextTransform&quot;:&quot;auto&quot;}"/>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mplate 2.1" id="{19F6FF4A-BFB8-D448-81DB-A8F1C71F8E46}" vid="{CDCDF023-17A4-CF46-89DD-D6386F64A917}"/>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5">
    <wetp:webextensionref xmlns:r="http://schemas.openxmlformats.org/officeDocument/2006/relationships" r:id="rId1"/>
  </wetp:taskpane>
  <wetp:taskpane dockstate="right" visibility="0" width="438" row="6">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F98E7D50-581B-4293-BF8B-96CE4C9BE07B}">
  <we:reference id="wa200005566" version="3.0.0.2" store="en-US" storeType="OMEX"/>
  <we:alternateReferences>
    <we:reference id="wa200005566" version="3.0.0.2" store="wa200005566"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BCE39EDF-E3F7-4696-8F8D-249A55DDEAD5}">
  <we:reference id="wa200003964" version="1.0.0.0" store="en-US" storeType="OMEX"/>
  <we:alternateReferences>
    <we:reference id="wa200003964" version="1.0.0.0" store="wa200003964"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Bank loan analysis (ppt)</Template>
  <TotalTime>3446</TotalTime>
  <Words>1341</Words>
  <Application>Microsoft Office PowerPoint</Application>
  <PresentationFormat>Widescreen</PresentationFormat>
  <Paragraphs>120</Paragraphs>
  <Slides>15</Slides>
  <Notes>2</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15</vt:i4>
      </vt:variant>
    </vt:vector>
  </HeadingPairs>
  <TitlesOfParts>
    <vt:vector size="27" baseType="lpstr">
      <vt:lpstr>Arial</vt:lpstr>
      <vt:lpstr>Calibri</vt:lpstr>
      <vt:lpstr>Calibri Light</vt:lpstr>
      <vt:lpstr>Century</vt:lpstr>
      <vt:lpstr>Century Gothic</vt:lpstr>
      <vt:lpstr>Copperplate Gothic Bold</vt:lpstr>
      <vt:lpstr>Goudy Old Style</vt:lpstr>
      <vt:lpstr>Roboto</vt:lpstr>
      <vt:lpstr>Rockwell</vt:lpstr>
      <vt:lpstr>Wingdings</vt:lpstr>
      <vt:lpstr>Office Theme</vt:lpstr>
      <vt:lpstr>1_Office Theme</vt:lpstr>
      <vt:lpstr>PowerPoint Presentation</vt:lpstr>
      <vt:lpstr>AGENDA</vt:lpstr>
      <vt:lpstr>PowerPoint Presentation</vt:lpstr>
      <vt:lpstr>WORK F LOW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Aftab Khan</dc:creator>
  <cp:lastModifiedBy>Sneha SIngh</cp:lastModifiedBy>
  <cp:revision>60</cp:revision>
  <dcterms:created xsi:type="dcterms:W3CDTF">2023-11-30T07:40:03Z</dcterms:created>
  <dcterms:modified xsi:type="dcterms:W3CDTF">2026-05-15T18:08:41Z</dcterms:modified>
</cp:coreProperties>
</file>